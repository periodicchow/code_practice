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5" r:id="rId4"/>
  </p:sldMasterIdLst>
  <p:sldIdLst>
    <p:sldId id="260" r:id="rId5"/>
    <p:sldId id="261" r:id="rId6"/>
    <p:sldId id="262" r:id="rId7"/>
    <p:sldId id="263" r:id="rId8"/>
    <p:sldId id="265" r:id="rId9"/>
    <p:sldId id="266" r:id="rId10"/>
    <p:sldId id="282" r:id="rId11"/>
    <p:sldId id="272" r:id="rId12"/>
    <p:sldId id="274" r:id="rId13"/>
    <p:sldId id="273" r:id="rId14"/>
    <p:sldId id="275" r:id="rId15"/>
    <p:sldId id="280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BE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image" Target="../media/image2.png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tags" Target="../tags/tag23.xml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1.png"/><Relationship Id="rId2" Type="http://schemas.openxmlformats.org/officeDocument/2006/relationships/tags" Target="../tags/tag24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image" Target="../media/image2.png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67.xml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1.png"/><Relationship Id="rId2" Type="http://schemas.openxmlformats.org/officeDocument/2006/relationships/tags" Target="../tags/tag90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image" Target="NULL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" Type="http://schemas.openxmlformats.org/officeDocument/2006/relationships/tags" Target="../tags/tag108.xml"/><Relationship Id="rId2" Type="http://schemas.openxmlformats.org/officeDocument/2006/relationships/tags" Target="../tags/tag107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5" Type="http://schemas.openxmlformats.org/officeDocument/2006/relationships/tags" Target="../tags/tag146.xml"/><Relationship Id="rId14" Type="http://schemas.openxmlformats.org/officeDocument/2006/relationships/tags" Target="../tags/tag145.xml"/><Relationship Id="rId13" Type="http://schemas.openxmlformats.org/officeDocument/2006/relationships/tags" Target="../tags/tag144.xml"/><Relationship Id="rId12" Type="http://schemas.openxmlformats.org/officeDocument/2006/relationships/tags" Target="../tags/tag143.xml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5" Type="http://schemas.openxmlformats.org/officeDocument/2006/relationships/tags" Target="../tags/tag160.xml"/><Relationship Id="rId14" Type="http://schemas.openxmlformats.org/officeDocument/2006/relationships/tags" Target="../tags/tag159.xml"/><Relationship Id="rId13" Type="http://schemas.openxmlformats.org/officeDocument/2006/relationships/tags" Target="../tags/tag158.xml"/><Relationship Id="rId12" Type="http://schemas.openxmlformats.org/officeDocument/2006/relationships/tags" Target="../tags/tag15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81.xml"/><Relationship Id="rId8" Type="http://schemas.openxmlformats.org/officeDocument/2006/relationships/tags" Target="../tags/tag180.xml"/><Relationship Id="rId7" Type="http://schemas.openxmlformats.org/officeDocument/2006/relationships/tags" Target="../tags/tag179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8" Type="http://schemas.openxmlformats.org/officeDocument/2006/relationships/tags" Target="../tags/tag190.xml"/><Relationship Id="rId17" Type="http://schemas.openxmlformats.org/officeDocument/2006/relationships/tags" Target="../tags/tag189.xml"/><Relationship Id="rId16" Type="http://schemas.openxmlformats.org/officeDocument/2006/relationships/tags" Target="../tags/tag188.xml"/><Relationship Id="rId15" Type="http://schemas.openxmlformats.org/officeDocument/2006/relationships/tags" Target="../tags/tag187.xml"/><Relationship Id="rId14" Type="http://schemas.openxmlformats.org/officeDocument/2006/relationships/tags" Target="../tags/tag186.xml"/><Relationship Id="rId13" Type="http://schemas.openxmlformats.org/officeDocument/2006/relationships/tags" Target="../tags/tag185.xml"/><Relationship Id="rId12" Type="http://schemas.openxmlformats.org/officeDocument/2006/relationships/tags" Target="../tags/tag184.xml"/><Relationship Id="rId11" Type="http://schemas.openxmlformats.org/officeDocument/2006/relationships/tags" Target="../tags/tag183.xml"/><Relationship Id="rId10" Type="http://schemas.openxmlformats.org/officeDocument/2006/relationships/tags" Target="../tags/tag182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2.xml"/><Relationship Id="rId8" Type="http://schemas.openxmlformats.org/officeDocument/2006/relationships/tags" Target="../tags/tag211.xml"/><Relationship Id="rId7" Type="http://schemas.openxmlformats.org/officeDocument/2006/relationships/tags" Target="../tags/tag210.xml"/><Relationship Id="rId6" Type="http://schemas.openxmlformats.org/officeDocument/2006/relationships/tags" Target="../tags/tag209.xml"/><Relationship Id="rId5" Type="http://schemas.openxmlformats.org/officeDocument/2006/relationships/tags" Target="../tags/tag208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4" Type="http://schemas.openxmlformats.org/officeDocument/2006/relationships/tags" Target="../tags/tag217.xml"/><Relationship Id="rId13" Type="http://schemas.openxmlformats.org/officeDocument/2006/relationships/tags" Target="../tags/tag216.xml"/><Relationship Id="rId12" Type="http://schemas.openxmlformats.org/officeDocument/2006/relationships/tags" Target="../tags/tag215.xml"/><Relationship Id="rId11" Type="http://schemas.openxmlformats.org/officeDocument/2006/relationships/tags" Target="../tags/tag214.xml"/><Relationship Id="rId10" Type="http://schemas.openxmlformats.org/officeDocument/2006/relationships/tags" Target="../tags/tag213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5.xml"/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5" Type="http://schemas.openxmlformats.org/officeDocument/2006/relationships/tags" Target="../tags/tag231.xml"/><Relationship Id="rId14" Type="http://schemas.openxmlformats.org/officeDocument/2006/relationships/tags" Target="../tags/tag230.xml"/><Relationship Id="rId13" Type="http://schemas.openxmlformats.org/officeDocument/2006/relationships/tags" Target="../tags/tag229.xml"/><Relationship Id="rId12" Type="http://schemas.openxmlformats.org/officeDocument/2006/relationships/tags" Target="../tags/tag228.xml"/><Relationship Id="rId11" Type="http://schemas.openxmlformats.org/officeDocument/2006/relationships/tags" Target="../tags/tag227.xml"/><Relationship Id="rId10" Type="http://schemas.openxmlformats.org/officeDocument/2006/relationships/tags" Target="../tags/tag226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53.xml"/><Relationship Id="rId8" Type="http://schemas.openxmlformats.org/officeDocument/2006/relationships/tags" Target="../tags/tag252.xml"/><Relationship Id="rId7" Type="http://schemas.openxmlformats.org/officeDocument/2006/relationships/tags" Target="../tags/tag251.xml"/><Relationship Id="rId6" Type="http://schemas.openxmlformats.org/officeDocument/2006/relationships/tags" Target="../tags/tag250.xml"/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7" Type="http://schemas.openxmlformats.org/officeDocument/2006/relationships/tags" Target="../tags/tag261.xml"/><Relationship Id="rId16" Type="http://schemas.openxmlformats.org/officeDocument/2006/relationships/tags" Target="../tags/tag260.xml"/><Relationship Id="rId15" Type="http://schemas.openxmlformats.org/officeDocument/2006/relationships/tags" Target="../tags/tag259.xml"/><Relationship Id="rId14" Type="http://schemas.openxmlformats.org/officeDocument/2006/relationships/tags" Target="../tags/tag258.xml"/><Relationship Id="rId13" Type="http://schemas.openxmlformats.org/officeDocument/2006/relationships/tags" Target="../tags/tag257.xml"/><Relationship Id="rId12" Type="http://schemas.openxmlformats.org/officeDocument/2006/relationships/tags" Target="../tags/tag256.xml"/><Relationship Id="rId11" Type="http://schemas.openxmlformats.org/officeDocument/2006/relationships/tags" Target="../tags/tag255.xml"/><Relationship Id="rId10" Type="http://schemas.openxmlformats.org/officeDocument/2006/relationships/tags" Target="../tags/tag254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7" Type="http://schemas.openxmlformats.org/officeDocument/2006/relationships/tags" Target="../tags/tag288.xml"/><Relationship Id="rId16" Type="http://schemas.openxmlformats.org/officeDocument/2006/relationships/tags" Target="../tags/tag287.xml"/><Relationship Id="rId15" Type="http://schemas.openxmlformats.org/officeDocument/2006/relationships/tags" Target="../tags/tag286.xml"/><Relationship Id="rId14" Type="http://schemas.openxmlformats.org/officeDocument/2006/relationships/tags" Target="../tags/tag285.xml"/><Relationship Id="rId13" Type="http://schemas.openxmlformats.org/officeDocument/2006/relationships/tags" Target="../tags/tag284.xml"/><Relationship Id="rId12" Type="http://schemas.openxmlformats.org/officeDocument/2006/relationships/tags" Target="../tags/tag283.xml"/><Relationship Id="rId11" Type="http://schemas.openxmlformats.org/officeDocument/2006/relationships/tags" Target="../tags/tag282.xml"/><Relationship Id="rId10" Type="http://schemas.openxmlformats.org/officeDocument/2006/relationships/tags" Target="../tags/tag281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293.xml"/><Relationship Id="rId5" Type="http://schemas.openxmlformats.org/officeDocument/2006/relationships/tags" Target="../tags/tag292.xml"/><Relationship Id="rId4" Type="http://schemas.openxmlformats.org/officeDocument/2006/relationships/tags" Target="../tags/tag291.xml"/><Relationship Id="rId3" Type="http://schemas.openxmlformats.org/officeDocument/2006/relationships/tags" Target="../tags/tag290.xml"/><Relationship Id="rId2" Type="http://schemas.openxmlformats.org/officeDocument/2006/relationships/tags" Target="../tags/tag289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7" Type="http://schemas.openxmlformats.org/officeDocument/2006/relationships/tags" Target="../tags/tag309.xml"/><Relationship Id="rId16" Type="http://schemas.openxmlformats.org/officeDocument/2006/relationships/tags" Target="../tags/tag308.xml"/><Relationship Id="rId15" Type="http://schemas.openxmlformats.org/officeDocument/2006/relationships/tags" Target="../tags/tag307.xml"/><Relationship Id="rId14" Type="http://schemas.openxmlformats.org/officeDocument/2006/relationships/tags" Target="../tags/tag306.xml"/><Relationship Id="rId13" Type="http://schemas.openxmlformats.org/officeDocument/2006/relationships/tags" Target="../tags/tag305.xml"/><Relationship Id="rId12" Type="http://schemas.openxmlformats.org/officeDocument/2006/relationships/tags" Target="../tags/tag304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317.xml"/><Relationship Id="rId8" Type="http://schemas.openxmlformats.org/officeDocument/2006/relationships/tags" Target="../tags/tag316.xml"/><Relationship Id="rId7" Type="http://schemas.openxmlformats.org/officeDocument/2006/relationships/tags" Target="../tags/tag315.xml"/><Relationship Id="rId6" Type="http://schemas.openxmlformats.org/officeDocument/2006/relationships/tags" Target="../tags/tag314.xml"/><Relationship Id="rId5" Type="http://schemas.openxmlformats.org/officeDocument/2006/relationships/tags" Target="../tags/tag313.xml"/><Relationship Id="rId4" Type="http://schemas.openxmlformats.org/officeDocument/2006/relationships/tags" Target="../tags/tag312.xml"/><Relationship Id="rId3" Type="http://schemas.openxmlformats.org/officeDocument/2006/relationships/tags" Target="../tags/tag311.xml"/><Relationship Id="rId20" Type="http://schemas.openxmlformats.org/officeDocument/2006/relationships/tags" Target="../tags/tag328.xml"/><Relationship Id="rId2" Type="http://schemas.openxmlformats.org/officeDocument/2006/relationships/tags" Target="../tags/tag310.xml"/><Relationship Id="rId19" Type="http://schemas.openxmlformats.org/officeDocument/2006/relationships/tags" Target="../tags/tag327.xml"/><Relationship Id="rId18" Type="http://schemas.openxmlformats.org/officeDocument/2006/relationships/tags" Target="../tags/tag326.xml"/><Relationship Id="rId17" Type="http://schemas.openxmlformats.org/officeDocument/2006/relationships/tags" Target="../tags/tag325.xml"/><Relationship Id="rId16" Type="http://schemas.openxmlformats.org/officeDocument/2006/relationships/tags" Target="../tags/tag324.xml"/><Relationship Id="rId15" Type="http://schemas.openxmlformats.org/officeDocument/2006/relationships/tags" Target="../tags/tag323.xml"/><Relationship Id="rId14" Type="http://schemas.openxmlformats.org/officeDocument/2006/relationships/tags" Target="../tags/tag322.xml"/><Relationship Id="rId13" Type="http://schemas.openxmlformats.org/officeDocument/2006/relationships/tags" Target="../tags/tag321.xml"/><Relationship Id="rId12" Type="http://schemas.openxmlformats.org/officeDocument/2006/relationships/tags" Target="../tags/tag320.xml"/><Relationship Id="rId11" Type="http://schemas.openxmlformats.org/officeDocument/2006/relationships/tags" Target="../tags/tag319.xml"/><Relationship Id="rId10" Type="http://schemas.openxmlformats.org/officeDocument/2006/relationships/tags" Target="../tags/tag318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9" Type="http://schemas.openxmlformats.org/officeDocument/2006/relationships/tags" Target="../tags/tag336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8" Type="http://schemas.openxmlformats.org/officeDocument/2006/relationships/tags" Target="../tags/tag345.xml"/><Relationship Id="rId17" Type="http://schemas.openxmlformats.org/officeDocument/2006/relationships/tags" Target="../tags/tag344.xml"/><Relationship Id="rId16" Type="http://schemas.openxmlformats.org/officeDocument/2006/relationships/tags" Target="../tags/tag343.xml"/><Relationship Id="rId15" Type="http://schemas.openxmlformats.org/officeDocument/2006/relationships/tags" Target="../tags/tag342.xml"/><Relationship Id="rId14" Type="http://schemas.openxmlformats.org/officeDocument/2006/relationships/tags" Target="../tags/tag341.xml"/><Relationship Id="rId13" Type="http://schemas.openxmlformats.org/officeDocument/2006/relationships/tags" Target="../tags/tag340.xml"/><Relationship Id="rId12" Type="http://schemas.openxmlformats.org/officeDocument/2006/relationships/tags" Target="../tags/tag339.xml"/><Relationship Id="rId11" Type="http://schemas.openxmlformats.org/officeDocument/2006/relationships/tags" Target="../tags/tag338.xml"/><Relationship Id="rId10" Type="http://schemas.openxmlformats.org/officeDocument/2006/relationships/tags" Target="../tags/tag337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THE END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谢谢观看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章节页的标题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任意多边形 7"/>
          <p:cNvSpPr/>
          <p:nvPr userDrawn="1">
            <p:custDataLst>
              <p:tags r:id="rId7"/>
            </p:custDataLst>
          </p:nvPr>
        </p:nvSpPr>
        <p:spPr>
          <a:xfrm>
            <a:off x="8864596" y="0"/>
            <a:ext cx="3327400" cy="6858000"/>
          </a:xfrm>
          <a:custGeom>
            <a:avLst/>
            <a:gdLst>
              <a:gd name="connisteX0" fmla="*/ 1758226 w 3327401"/>
              <a:gd name="connsiteY0" fmla="*/ 0 h 6858000"/>
              <a:gd name="connisteX1" fmla="*/ 3327401 w 3327401"/>
              <a:gd name="connsiteY1" fmla="*/ 0 h 6858000"/>
              <a:gd name="connisteX2" fmla="*/ 3327401 w 3327401"/>
              <a:gd name="connsiteY2" fmla="*/ 6858000 h 6858000"/>
              <a:gd name="connisteX3" fmla="*/ 0 w 3327401"/>
              <a:gd name="connsiteY3" fmla="*/ 6858000 h 6858000"/>
              <a:gd name="connisteX4" fmla="*/ 1758226 w 3327401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327401" h="6858000">
                <a:moveTo>
                  <a:pt x="1758227" y="0"/>
                </a:moveTo>
                <a:lnTo>
                  <a:pt x="3327401" y="0"/>
                </a:lnTo>
                <a:lnTo>
                  <a:pt x="3327401" y="6858000"/>
                </a:lnTo>
                <a:lnTo>
                  <a:pt x="0" y="6858000"/>
                </a:lnTo>
                <a:lnTo>
                  <a:pt x="1758227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8"/>
            </p:custDataLst>
          </p:nvPr>
        </p:nvSpPr>
        <p:spPr>
          <a:xfrm>
            <a:off x="9924203" y="4114800"/>
            <a:ext cx="2267585" cy="2742565"/>
          </a:xfrm>
          <a:custGeom>
            <a:avLst/>
            <a:gdLst>
              <a:gd name="connisteX0" fmla="*/ 2267785 w 2267794"/>
              <a:gd name="connsiteY0" fmla="*/ 195937 h 2743172"/>
              <a:gd name="connisteX1" fmla="*/ 2267785 w 2267794"/>
              <a:gd name="connsiteY1" fmla="*/ 2743172 h 2743172"/>
              <a:gd name="connisteX2" fmla="*/ 502517 w 2267794"/>
              <a:gd name="connsiteY2" fmla="*/ 2743172 h 2743172"/>
              <a:gd name="connisteX3" fmla="*/ 10652 w 2267794"/>
              <a:gd name="connsiteY3" fmla="*/ 924888 h 2743172"/>
              <a:gd name="connisteX4" fmla="*/ 225481 w 2267794"/>
              <a:gd name="connsiteY4" fmla="*/ 551026 h 2743172"/>
              <a:gd name="connisteX5" fmla="*/ 2267785 w 2267794"/>
              <a:gd name="connsiteY5" fmla="*/ 0 h 2743172"/>
              <a:gd name="connisteX6" fmla="*/ 2267785 w 2267794"/>
              <a:gd name="connsiteY6" fmla="*/ 195937 h 2743172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267794" h="2743173">
                <a:moveTo>
                  <a:pt x="2267785" y="195938"/>
                </a:moveTo>
                <a:lnTo>
                  <a:pt x="2267785" y="2743173"/>
                </a:lnTo>
                <a:lnTo>
                  <a:pt x="502518" y="2743173"/>
                </a:lnTo>
                <a:lnTo>
                  <a:pt x="10653" y="924888"/>
                </a:lnTo>
                <a:cubicBezTo>
                  <a:pt x="-33330" y="762317"/>
                  <a:pt x="62874" y="594899"/>
                  <a:pt x="225482" y="551027"/>
                </a:cubicBezTo>
                <a:lnTo>
                  <a:pt x="2267785" y="0"/>
                </a:lnTo>
                <a:lnTo>
                  <a:pt x="2267785" y="195938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任意多边形 9"/>
          <p:cNvSpPr/>
          <p:nvPr userDrawn="1">
            <p:custDataLst>
              <p:tags r:id="rId9"/>
            </p:custDataLst>
          </p:nvPr>
        </p:nvSpPr>
        <p:spPr>
          <a:xfrm>
            <a:off x="10545958" y="4648197"/>
            <a:ext cx="1645920" cy="2210435"/>
          </a:xfrm>
          <a:custGeom>
            <a:avLst/>
            <a:gdLst>
              <a:gd name="connisteX0" fmla="*/ 401430 w 1646038"/>
              <a:gd name="connsiteY0" fmla="*/ 2209803 h 2209803"/>
              <a:gd name="connisteX1" fmla="*/ 1646038 w 1646038"/>
              <a:gd name="connsiteY1" fmla="*/ 2209803 h 2209803"/>
              <a:gd name="connisteX2" fmla="*/ 1646038 w 1646038"/>
              <a:gd name="connsiteY2" fmla="*/ 1591056 h 2209803"/>
              <a:gd name="connisteX3" fmla="*/ 1646038 w 1646038"/>
              <a:gd name="connsiteY3" fmla="*/ 0 h 2209803"/>
              <a:gd name="connisteX4" fmla="*/ 226487 w 1646038"/>
              <a:gd name="connsiteY4" fmla="*/ 377766 h 2209803"/>
              <a:gd name="connisteX5" fmla="*/ 10469 w 1646038"/>
              <a:gd name="connsiteY5" fmla="*/ 751234 h 2209803"/>
              <a:gd name="connisteX6" fmla="*/ 401430 w 1646038"/>
              <a:gd name="connsiteY6" fmla="*/ 2209803 h 220980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646039" h="2209803">
                <a:moveTo>
                  <a:pt x="401431" y="2209803"/>
                </a:moveTo>
                <a:lnTo>
                  <a:pt x="1646039" y="2209803"/>
                </a:lnTo>
                <a:lnTo>
                  <a:pt x="1646039" y="1591056"/>
                </a:lnTo>
                <a:lnTo>
                  <a:pt x="1646039" y="0"/>
                </a:lnTo>
                <a:lnTo>
                  <a:pt x="226488" y="377766"/>
                </a:lnTo>
                <a:cubicBezTo>
                  <a:pt x="63606" y="421109"/>
                  <a:pt x="-33174" y="588426"/>
                  <a:pt x="10470" y="751234"/>
                </a:cubicBezTo>
                <a:lnTo>
                  <a:pt x="401431" y="2209803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任意多边形 10"/>
          <p:cNvSpPr/>
          <p:nvPr userDrawn="1">
            <p:custDataLst>
              <p:tags r:id="rId10"/>
            </p:custDataLst>
          </p:nvPr>
        </p:nvSpPr>
        <p:spPr>
          <a:xfrm>
            <a:off x="11166827" y="5168920"/>
            <a:ext cx="1024890" cy="1689100"/>
          </a:xfrm>
          <a:custGeom>
            <a:avLst/>
            <a:gdLst>
              <a:gd name="connisteX0" fmla="*/ 1025161 w 1025161"/>
              <a:gd name="connsiteY0" fmla="*/ 1689070 h 1689079"/>
              <a:gd name="connisteX1" fmla="*/ 301258 w 1025161"/>
              <a:gd name="connsiteY1" fmla="*/ 1689070 h 1689079"/>
              <a:gd name="connisteX2" fmla="*/ 10195 w 1025161"/>
              <a:gd name="connsiteY2" fmla="*/ 587950 h 1689079"/>
              <a:gd name="connisteX3" fmla="*/ 225463 w 1025161"/>
              <a:gd name="connsiteY3" fmla="*/ 215780 h 1689079"/>
              <a:gd name="connisteX4" fmla="*/ 1025161 w 1025161"/>
              <a:gd name="connsiteY4" fmla="*/ 0 h 1689079"/>
              <a:gd name="connisteX5" fmla="*/ 1025161 w 1025161"/>
              <a:gd name="connsiteY5" fmla="*/ 1689070 h 16890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1025161" h="1689080">
                <a:moveTo>
                  <a:pt x="1025161" y="1689071"/>
                </a:moveTo>
                <a:lnTo>
                  <a:pt x="301258" y="1689071"/>
                </a:lnTo>
                <a:lnTo>
                  <a:pt x="10196" y="587950"/>
                </a:lnTo>
                <a:cubicBezTo>
                  <a:pt x="-32672" y="425800"/>
                  <a:pt x="63533" y="259479"/>
                  <a:pt x="225464" y="215780"/>
                </a:cubicBezTo>
                <a:lnTo>
                  <a:pt x="1025161" y="0"/>
                </a:lnTo>
                <a:lnTo>
                  <a:pt x="1025161" y="168907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矩形 11"/>
          <p:cNvSpPr/>
          <p:nvPr userDrawn="1">
            <p:custDataLst>
              <p:tags r:id="rId11"/>
            </p:custDataLst>
          </p:nvPr>
        </p:nvSpPr>
        <p:spPr>
          <a:xfrm>
            <a:off x="0" y="6349996"/>
            <a:ext cx="508000" cy="508635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任意多边形 12"/>
          <p:cNvSpPr/>
          <p:nvPr userDrawn="1">
            <p:custDataLst>
              <p:tags r:id="rId12"/>
            </p:custDataLst>
          </p:nvPr>
        </p:nvSpPr>
        <p:spPr>
          <a:xfrm>
            <a:off x="1015999" y="1945642"/>
            <a:ext cx="1752614" cy="38100"/>
          </a:xfrm>
          <a:custGeom>
            <a:avLst/>
            <a:gdLst>
              <a:gd name="connisteX0" fmla="*/ 0 w 1574797"/>
              <a:gd name="connsiteY0" fmla="*/ 25402 h 50804"/>
              <a:gd name="connisteX1" fmla="*/ 25402 w 1574797"/>
              <a:gd name="connsiteY1" fmla="*/ 0 h 50804"/>
              <a:gd name="connisteX2" fmla="*/ 1549395 w 1574797"/>
              <a:gd name="connsiteY2" fmla="*/ 0 h 50804"/>
              <a:gd name="connisteX3" fmla="*/ 1574797 w 1574797"/>
              <a:gd name="connsiteY3" fmla="*/ 25402 h 50804"/>
              <a:gd name="connisteX4" fmla="*/ 1574797 w 1574797"/>
              <a:gd name="connsiteY4" fmla="*/ 25402 h 50804"/>
              <a:gd name="connisteX5" fmla="*/ 1549395 w 1574797"/>
              <a:gd name="connsiteY5" fmla="*/ 50804 h 50804"/>
              <a:gd name="connisteX6" fmla="*/ 25402 w 1574797"/>
              <a:gd name="connsiteY6" fmla="*/ 50804 h 50804"/>
              <a:gd name="connisteX7" fmla="*/ 0 w 1574797"/>
              <a:gd name="connsiteY7" fmla="*/ 25402 h 50804"/>
              <a:gd name="connisteX8" fmla="*/ 0 w 1574797"/>
              <a:gd name="connsiteY8" fmla="*/ 25402 h 508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74798" h="50804">
                <a:moveTo>
                  <a:pt x="0" y="25402"/>
                </a:moveTo>
                <a:cubicBezTo>
                  <a:pt x="0" y="11375"/>
                  <a:pt x="11375" y="0"/>
                  <a:pt x="25402" y="0"/>
                </a:cubicBezTo>
                <a:lnTo>
                  <a:pt x="1549396" y="0"/>
                </a:lnTo>
                <a:cubicBezTo>
                  <a:pt x="1563432" y="0"/>
                  <a:pt x="1574798" y="11375"/>
                  <a:pt x="1574798" y="25402"/>
                </a:cubicBezTo>
                <a:lnTo>
                  <a:pt x="1574798" y="25402"/>
                </a:lnTo>
                <a:cubicBezTo>
                  <a:pt x="1574798" y="39429"/>
                  <a:pt x="1563432" y="50804"/>
                  <a:pt x="1549396" y="50804"/>
                </a:cubicBezTo>
                <a:lnTo>
                  <a:pt x="25402" y="50804"/>
                </a:lnTo>
                <a:cubicBezTo>
                  <a:pt x="11375" y="50804"/>
                  <a:pt x="0" y="39429"/>
                  <a:pt x="0" y="25402"/>
                </a:cubicBezTo>
                <a:lnTo>
                  <a:pt x="0" y="25402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1015999" y="141223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20XX YEAR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1016000" y="2392680"/>
            <a:ext cx="8572500" cy="2555875"/>
          </a:xfrm>
          <a:noFill/>
        </p:spPr>
        <p:txBody>
          <a:bodyPr lIns="0" tIns="0" rIns="0" bIns="0" anchor="t">
            <a:normAutofit/>
          </a:bodyPr>
          <a:lstStyle>
            <a:lvl1pPr algn="l">
              <a:lnSpc>
                <a:spcPct val="111000"/>
              </a:lnSpc>
              <a:buNone/>
              <a:defRPr sz="6000" b="0">
                <a:solidFill>
                  <a:schemeClr val="accent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smtClean="0">
                <a:latin typeface="MiSans DemiBold" charset="0"/>
                <a:ea typeface="MiSans Medium" panose="00000600000000000000" charset="-122"/>
              </a:rPr>
              <a:t>高校毕业论文答辩
通用模板</a:t>
            </a:r>
            <a:endParaRPr lang="zh-CN" altLang="en-US" smtClean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 hasCustomPrompt="1"/>
            <p:custDataLst>
              <p:tags r:id="rId15"/>
            </p:custDataLst>
          </p:nvPr>
        </p:nvSpPr>
        <p:spPr>
          <a:xfrm>
            <a:off x="1015999" y="5321296"/>
            <a:ext cx="9296403" cy="457200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BY WPS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 flipV="1">
            <a:off x="0" y="0"/>
            <a:ext cx="12191365" cy="3937000"/>
          </a:xfrm>
          <a:custGeom>
            <a:avLst/>
            <a:gdLst>
              <a:gd name="connisteX0" fmla="*/ 0 w 12191996"/>
              <a:gd name="connsiteY0" fmla="*/ 0 h 3937004"/>
              <a:gd name="connisteX1" fmla="*/ 12191996 w 12191996"/>
              <a:gd name="connsiteY1" fmla="*/ 1252682 h 3937004"/>
              <a:gd name="connisteX2" fmla="*/ 12191996 w 12191996"/>
              <a:gd name="connsiteY2" fmla="*/ 3937004 h 3937004"/>
              <a:gd name="connisteX3" fmla="*/ 0 w 12191996"/>
              <a:gd name="connsiteY3" fmla="*/ 3937004 h 3937004"/>
              <a:gd name="connisteX4" fmla="*/ 0 w 12191996"/>
              <a:gd name="connsiteY4" fmla="*/ 0 h 3937004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12191997" h="3937004">
                <a:moveTo>
                  <a:pt x="0" y="0"/>
                </a:moveTo>
                <a:lnTo>
                  <a:pt x="12191997" y="1252682"/>
                </a:lnTo>
                <a:lnTo>
                  <a:pt x="12191997" y="3937004"/>
                </a:lnTo>
                <a:lnTo>
                  <a:pt x="0" y="39370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 userDrawn="1">
            <p:custDataLst>
              <p:tags r:id="rId3"/>
            </p:custDataLst>
          </p:nvPr>
        </p:nvSpPr>
        <p:spPr>
          <a:xfrm>
            <a:off x="7313015" y="27"/>
            <a:ext cx="4612640" cy="2362200"/>
          </a:xfrm>
          <a:custGeom>
            <a:avLst/>
            <a:gdLst>
              <a:gd name="connisteX0" fmla="*/ 4612325 w 4612315"/>
              <a:gd name="connsiteY0" fmla="*/ 0 h 2362379"/>
              <a:gd name="connisteX1" fmla="*/ 3339745 w 4612315"/>
              <a:gd name="connsiteY1" fmla="*/ 2209647 h 2362379"/>
              <a:gd name="connisteX2" fmla="*/ 2923208 w 4612315"/>
              <a:gd name="connsiteY2" fmla="*/ 2321497 h 2362379"/>
              <a:gd name="connisteX3" fmla="*/ 152448 w 4612315"/>
              <a:gd name="connsiteY3" fmla="*/ 721790 h 2362379"/>
              <a:gd name="connisteX4" fmla="*/ 41221 w 4612315"/>
              <a:gd name="connsiteY4" fmla="*/ 304842 h 2362379"/>
              <a:gd name="connisteX5" fmla="*/ 218120 w 4612315"/>
              <a:gd name="connsiteY5" fmla="*/ 0 h 2362379"/>
              <a:gd name="connisteX6" fmla="*/ 4612325 w 4612315"/>
              <a:gd name="connsiteY6" fmla="*/ 0 h 23623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612316" h="2362380">
                <a:moveTo>
                  <a:pt x="4612325" y="0"/>
                </a:moveTo>
                <a:lnTo>
                  <a:pt x="3339745" y="2209648"/>
                </a:lnTo>
                <a:cubicBezTo>
                  <a:pt x="3255666" y="2355632"/>
                  <a:pt x="3069110" y="2405722"/>
                  <a:pt x="2923209" y="2321497"/>
                </a:cubicBezTo>
                <a:lnTo>
                  <a:pt x="152449" y="721791"/>
                </a:lnTo>
                <a:cubicBezTo>
                  <a:pt x="6437" y="637492"/>
                  <a:pt x="-43397" y="450671"/>
                  <a:pt x="41221" y="304843"/>
                </a:cubicBezTo>
                <a:lnTo>
                  <a:pt x="218121" y="0"/>
                </a:lnTo>
                <a:lnTo>
                  <a:pt x="4612325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 userDrawn="1">
            <p:custDataLst>
              <p:tags r:id="rId4"/>
            </p:custDataLst>
          </p:nvPr>
        </p:nvSpPr>
        <p:spPr>
          <a:xfrm>
            <a:off x="8006011" y="27"/>
            <a:ext cx="3335655" cy="1668145"/>
          </a:xfrm>
          <a:custGeom>
            <a:avLst/>
            <a:gdLst>
              <a:gd name="connisteX0" fmla="*/ 3335118 w 3335127"/>
              <a:gd name="connsiteY0" fmla="*/ 0 h 1668523"/>
              <a:gd name="connisteX1" fmla="*/ 2460879 w 3335127"/>
              <a:gd name="connsiteY1" fmla="*/ 1515947 h 1668523"/>
              <a:gd name="connisteX2" fmla="*/ 2044442 w 3335127"/>
              <a:gd name="connsiteY2" fmla="*/ 1627632 h 1668523"/>
              <a:gd name="connisteX3" fmla="*/ 152448 w 3335127"/>
              <a:gd name="connsiteY3" fmla="*/ 535298 h 1668523"/>
              <a:gd name="connisteX4" fmla="*/ 40672 w 3335127"/>
              <a:gd name="connsiteY4" fmla="*/ 119301 h 1668523"/>
              <a:gd name="connisteX5" fmla="*/ 109325 w 3335127"/>
              <a:gd name="connsiteY5" fmla="*/ 0 h 1668523"/>
              <a:gd name="connisteX6" fmla="*/ 3335118 w 3335127"/>
              <a:gd name="connsiteY6" fmla="*/ 0 h 166852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335128" h="1668524">
                <a:moveTo>
                  <a:pt x="3335119" y="0"/>
                </a:moveTo>
                <a:lnTo>
                  <a:pt x="2460879" y="1515947"/>
                </a:lnTo>
                <a:cubicBezTo>
                  <a:pt x="2376754" y="1661821"/>
                  <a:pt x="2190281" y="1711830"/>
                  <a:pt x="2044443" y="1627632"/>
                </a:cubicBezTo>
                <a:lnTo>
                  <a:pt x="152449" y="535299"/>
                </a:lnTo>
                <a:cubicBezTo>
                  <a:pt x="6812" y="451211"/>
                  <a:pt x="-43205" y="265057"/>
                  <a:pt x="40673" y="119302"/>
                </a:cubicBezTo>
                <a:lnTo>
                  <a:pt x="109326" y="0"/>
                </a:lnTo>
                <a:lnTo>
                  <a:pt x="3335119" y="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 userDrawn="1">
            <p:custDataLst>
              <p:tags r:id="rId5"/>
            </p:custDataLst>
          </p:nvPr>
        </p:nvSpPr>
        <p:spPr>
          <a:xfrm>
            <a:off x="8677967" y="0"/>
            <a:ext cx="2078355" cy="974725"/>
          </a:xfrm>
          <a:custGeom>
            <a:avLst/>
            <a:gdLst>
              <a:gd name="connisteX0" fmla="*/ 1603107 w 2078924"/>
              <a:gd name="connsiteY0" fmla="*/ 822566 h 974805"/>
              <a:gd name="connisteX1" fmla="*/ 2078924 w 2078924"/>
              <a:gd name="connsiteY1" fmla="*/ 0 h 974805"/>
              <a:gd name="connisteX2" fmla="*/ 1025024 w 2078924"/>
              <a:gd name="connsiteY2" fmla="*/ 0 h 974805"/>
              <a:gd name="connisteX3" fmla="*/ 34235 w 2078924"/>
              <a:gd name="connsiteY3" fmla="*/ 27 h 974805"/>
              <a:gd name="connisteX4" fmla="*/ 112260 w 2078924"/>
              <a:gd name="connsiteY4" fmla="*/ 313492 h 974805"/>
              <a:gd name="connisteX5" fmla="*/ 1186863 w 2078924"/>
              <a:gd name="connsiteY5" fmla="*/ 933913 h 974805"/>
              <a:gd name="connisteX6" fmla="*/ 1603107 w 2078924"/>
              <a:gd name="connsiteY6" fmla="*/ 822566 h 974805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078925" h="974805">
                <a:moveTo>
                  <a:pt x="1603108" y="822567"/>
                </a:moveTo>
                <a:lnTo>
                  <a:pt x="2078925" y="0"/>
                </a:lnTo>
                <a:lnTo>
                  <a:pt x="1025024" y="0"/>
                </a:lnTo>
                <a:lnTo>
                  <a:pt x="34235" y="27"/>
                </a:lnTo>
                <a:cubicBezTo>
                  <a:pt x="-33202" y="107753"/>
                  <a:pt x="2185" y="249942"/>
                  <a:pt x="112261" y="313493"/>
                </a:cubicBezTo>
                <a:lnTo>
                  <a:pt x="1186864" y="933913"/>
                </a:lnTo>
                <a:cubicBezTo>
                  <a:pt x="1332564" y="1018029"/>
                  <a:pt x="1518855" y="968194"/>
                  <a:pt x="1603108" y="822567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C:/Users/Administrator/Downloads/123.png123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 l="9" r="9"/>
          <a:stretch>
            <a:fillRect/>
          </a:stretch>
        </p:blipFill>
        <p:spPr>
          <a:xfrm>
            <a:off x="609600" y="913765"/>
            <a:ext cx="3377565" cy="5029200"/>
          </a:xfrm>
          <a:prstGeom prst="rect">
            <a:avLst/>
          </a:prstGeom>
        </p:spPr>
      </p:pic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3987799" y="914397"/>
            <a:ext cx="7595235" cy="5029200"/>
          </a:xfrm>
          <a:custGeom>
            <a:avLst/>
            <a:gdLst>
              <a:gd name="connisteX0" fmla="*/ 0 w 7594604"/>
              <a:gd name="connsiteY0" fmla="*/ 0 h 5029200"/>
              <a:gd name="connisteX1" fmla="*/ 7391396 w 7594604"/>
              <a:gd name="connsiteY1" fmla="*/ 0 h 5029200"/>
              <a:gd name="connisteX2" fmla="*/ 7594604 w 7594604"/>
              <a:gd name="connsiteY2" fmla="*/ 203197 h 5029200"/>
              <a:gd name="connisteX3" fmla="*/ 7594604 w 7594604"/>
              <a:gd name="connsiteY3" fmla="*/ 4826002 h 5029200"/>
              <a:gd name="connisteX4" fmla="*/ 7391396 w 7594604"/>
              <a:gd name="connsiteY4" fmla="*/ 5029200 h 5029200"/>
              <a:gd name="connisteX5" fmla="*/ 0 w 7594604"/>
              <a:gd name="connsiteY5" fmla="*/ 5029200 h 5029200"/>
              <a:gd name="connisteX6" fmla="*/ 0 w 7594604"/>
              <a:gd name="connsiteY6" fmla="*/ 0 h 502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594604" h="5029200">
                <a:moveTo>
                  <a:pt x="0" y="0"/>
                </a:moveTo>
                <a:lnTo>
                  <a:pt x="7391397" y="0"/>
                </a:lnTo>
                <a:cubicBezTo>
                  <a:pt x="7503630" y="0"/>
                  <a:pt x="7594604" y="90974"/>
                  <a:pt x="7594604" y="203198"/>
                </a:cubicBezTo>
                <a:lnTo>
                  <a:pt x="7594604" y="4826002"/>
                </a:lnTo>
                <a:cubicBezTo>
                  <a:pt x="7594604" y="4938226"/>
                  <a:pt x="7503630" y="5029200"/>
                  <a:pt x="7391397" y="5029200"/>
                </a:cubicBez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 userDrawn="1">
            <p:custDataLst>
              <p:tags r:id="rId9"/>
            </p:custDataLst>
          </p:nvPr>
        </p:nvSpPr>
        <p:spPr>
          <a:xfrm>
            <a:off x="3037207" y="2438400"/>
            <a:ext cx="1866900" cy="1866900"/>
          </a:xfrm>
          <a:prstGeom prst="ellipse">
            <a:avLst/>
          </a:prstGeom>
          <a:solidFill>
            <a:schemeClr val="accent1"/>
          </a:solidFill>
          <a:ln w="47625">
            <a:solidFill>
              <a:schemeClr val="bg1"/>
            </a:solidFill>
            <a:prstDash val="solid"/>
            <a:headEnd type="none"/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3" hasCustomPrompt="1"/>
            <p:custDataLst>
              <p:tags r:id="rId13"/>
            </p:custDataLst>
          </p:nvPr>
        </p:nvSpPr>
        <p:spPr>
          <a:xfrm>
            <a:off x="3367409" y="2696506"/>
            <a:ext cx="1206496" cy="1350688"/>
          </a:xfrm>
          <a:noFill/>
        </p:spPr>
        <p:txBody>
          <a:bodyPr lIns="0" tIns="0" rIns="0" bIns="0" anchor="ctr">
            <a:noAutofit/>
          </a:bodyPr>
          <a:lstStyle>
            <a:lvl1pPr algn="ctr">
              <a:lnSpc>
                <a:spcPct val="109000"/>
              </a:lnSpc>
              <a:buNone/>
              <a:defRPr sz="6400" b="0">
                <a:solidFill>
                  <a:schemeClr val="bg1"/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5" name="标题 14"/>
          <p:cNvSpPr>
            <a:spLocks noGrp="1"/>
          </p:cNvSpPr>
          <p:nvPr>
            <p:ph type="ctrTitle" idx="14" hasCustomPrompt="1"/>
            <p:custDataLst>
              <p:tags r:id="rId14"/>
            </p:custDataLst>
          </p:nvPr>
        </p:nvSpPr>
        <p:spPr>
          <a:xfrm>
            <a:off x="5184140" y="2205355"/>
            <a:ext cx="5774690" cy="2332990"/>
          </a:xfrm>
          <a:noFill/>
        </p:spPr>
        <p:txBody>
          <a:bodyPr lIns="0" tIns="0" rIns="0" bIns="0" anchor="ctr">
            <a:normAutofit/>
          </a:bodyPr>
          <a:lstStyle>
            <a:lvl1pPr algn="l">
              <a:lnSpc>
                <a:spcPct val="104000"/>
              </a:lnSpc>
              <a:buNone/>
              <a:defRPr sz="4800" b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mtClean="0"/>
              <a:t>章节页的标题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封面页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6"/>
            </p:custDataLst>
          </p:nvPr>
        </p:nvSpPr>
        <p:spPr>
          <a:xfrm>
            <a:off x="11684002" y="0"/>
            <a:ext cx="508000" cy="508000"/>
          </a:xfrm>
          <a:prstGeom prst="rect">
            <a:avLst/>
          </a:pr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6096000" cy="6858000"/>
          </a:xfrm>
          <a:custGeom>
            <a:avLst/>
            <a:gdLst>
              <a:gd name="connisteX0" fmla="*/ 0 w 6096003"/>
              <a:gd name="connsiteY0" fmla="*/ 0 h 6858000"/>
              <a:gd name="connisteX1" fmla="*/ 6096003 w 6096003"/>
              <a:gd name="connsiteY1" fmla="*/ 0 h 6858000"/>
              <a:gd name="connisteX2" fmla="*/ 4310060 w 6096003"/>
              <a:gd name="connsiteY2" fmla="*/ 6858000 h 6858000"/>
              <a:gd name="connisteX3" fmla="*/ 0 w 6096003"/>
              <a:gd name="connsiteY3" fmla="*/ 6858000 h 6858000"/>
              <a:gd name="connisteX4" fmla="*/ 0 w 6096003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096003" h="6858000">
                <a:moveTo>
                  <a:pt x="0" y="0"/>
                </a:moveTo>
                <a:lnTo>
                  <a:pt x="6096003" y="0"/>
                </a:lnTo>
                <a:lnTo>
                  <a:pt x="4310061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 userDrawn="1">
            <p:custDataLst>
              <p:tags r:id="rId8"/>
            </p:custDataLst>
          </p:nvPr>
        </p:nvSpPr>
        <p:spPr>
          <a:xfrm>
            <a:off x="0" y="4114772"/>
            <a:ext cx="3077210" cy="2743200"/>
          </a:xfrm>
          <a:custGeom>
            <a:avLst/>
            <a:gdLst>
              <a:gd name="connisteX0" fmla="*/ 2930487 w 3077358"/>
              <a:gd name="connsiteY0" fmla="*/ 1776020 h 2743209"/>
              <a:gd name="connisteX1" fmla="*/ 3036722 w 3077358"/>
              <a:gd name="connsiteY1" fmla="*/ 2188652 h 2743209"/>
              <a:gd name="connisteX2" fmla="*/ 2717770 w 3077358"/>
              <a:gd name="connsiteY2" fmla="*/ 2743209 h 2743209"/>
              <a:gd name="connisteX3" fmla="*/ 0 w 3077358"/>
              <a:gd name="connsiteY3" fmla="*/ 2743209 h 2743209"/>
              <a:gd name="connisteX4" fmla="*/ 0 w 3077358"/>
              <a:gd name="connsiteY4" fmla="*/ 0 h 2743209"/>
              <a:gd name="connisteX5" fmla="*/ 2930487 w 3077358"/>
              <a:gd name="connsiteY5" fmla="*/ 1776020 h 27432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</a:cxnLst>
            <a:pathLst>
              <a:path w="3077358" h="2743209">
                <a:moveTo>
                  <a:pt x="2930487" y="1776021"/>
                </a:moveTo>
                <a:cubicBezTo>
                  <a:pt x="3072119" y="1861856"/>
                  <a:pt x="3119302" y="2045092"/>
                  <a:pt x="3036722" y="2188653"/>
                </a:cubicBezTo>
                <a:lnTo>
                  <a:pt x="2717771" y="2743209"/>
                </a:lnTo>
                <a:lnTo>
                  <a:pt x="0" y="2743209"/>
                </a:lnTo>
                <a:lnTo>
                  <a:pt x="0" y="0"/>
                </a:lnTo>
                <a:lnTo>
                  <a:pt x="2930487" y="1776021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 userDrawn="1">
            <p:custDataLst>
              <p:tags r:id="rId9"/>
            </p:custDataLst>
          </p:nvPr>
        </p:nvSpPr>
        <p:spPr>
          <a:xfrm>
            <a:off x="0" y="4904412"/>
            <a:ext cx="2380615" cy="1953895"/>
          </a:xfrm>
          <a:custGeom>
            <a:avLst/>
            <a:gdLst>
              <a:gd name="connisteX0" fmla="*/ 0 w 2381125"/>
              <a:gd name="connsiteY0" fmla="*/ 99422 h 1953597"/>
              <a:gd name="connisteX1" fmla="*/ 0 w 2381125"/>
              <a:gd name="connsiteY1" fmla="*/ 1953588 h 1953597"/>
              <a:gd name="connisteX2" fmla="*/ 2133596 w 2381125"/>
              <a:gd name="connsiteY2" fmla="*/ 1953588 h 1953597"/>
              <a:gd name="connisteX3" fmla="*/ 2341001 w 2381125"/>
              <a:gd name="connsiteY3" fmla="*/ 1590150 h 1953597"/>
              <a:gd name="connisteX4" fmla="*/ 2228676 w 2381125"/>
              <a:gd name="connsiteY4" fmla="*/ 1175113 h 1953597"/>
              <a:gd name="connisteX5" fmla="*/ 231142 w 2381125"/>
              <a:gd name="connsiteY5" fmla="*/ 21845 h 1953597"/>
              <a:gd name="connisteX6" fmla="*/ 0 w 2381125"/>
              <a:gd name="connsiteY6" fmla="*/ 99422 h 1953597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381125" h="1953597">
                <a:moveTo>
                  <a:pt x="0" y="99423"/>
                </a:moveTo>
                <a:lnTo>
                  <a:pt x="0" y="1953588"/>
                </a:lnTo>
                <a:lnTo>
                  <a:pt x="2133597" y="1953588"/>
                </a:lnTo>
                <a:lnTo>
                  <a:pt x="2341001" y="1590151"/>
                </a:lnTo>
                <a:cubicBezTo>
                  <a:pt x="2424138" y="1444469"/>
                  <a:pt x="2373938" y="1258982"/>
                  <a:pt x="2228676" y="1175114"/>
                </a:cubicBezTo>
                <a:lnTo>
                  <a:pt x="231142" y="21845"/>
                </a:lnTo>
                <a:cubicBezTo>
                  <a:pt x="146441" y="-27066"/>
                  <a:pt x="38048" y="9318"/>
                  <a:pt x="0" y="99423"/>
                </a:cubicBez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 userDrawn="1">
            <p:custDataLst>
              <p:tags r:id="rId10"/>
            </p:custDataLst>
          </p:nvPr>
        </p:nvSpPr>
        <p:spPr>
          <a:xfrm>
            <a:off x="0" y="5638803"/>
            <a:ext cx="1688465" cy="1219200"/>
          </a:xfrm>
          <a:custGeom>
            <a:avLst/>
            <a:gdLst>
              <a:gd name="connisteX0" fmla="*/ 1536932 w 1689097"/>
              <a:gd name="connsiteY0" fmla="*/ 625870 h 1219196"/>
              <a:gd name="connisteX1" fmla="*/ 1646706 w 1689097"/>
              <a:gd name="connsiteY1" fmla="*/ 1043842 h 1219196"/>
              <a:gd name="connisteX2" fmla="*/ 1542949 w 1689097"/>
              <a:gd name="connsiteY2" fmla="*/ 1219196 h 1219196"/>
              <a:gd name="connisteX3" fmla="*/ 0 w 1689097"/>
              <a:gd name="connsiteY3" fmla="*/ 1219196 h 1219196"/>
              <a:gd name="connisteX4" fmla="*/ 0 w 1689097"/>
              <a:gd name="connsiteY4" fmla="*/ 326230 h 1219196"/>
              <a:gd name="connisteX5" fmla="*/ 111291 w 1689097"/>
              <a:gd name="connsiteY5" fmla="*/ 145023 h 1219196"/>
              <a:gd name="connisteX6" fmla="*/ 522707 w 1689097"/>
              <a:gd name="connsiteY6" fmla="*/ 40773 h 1219196"/>
              <a:gd name="connisteX7" fmla="*/ 1536932 w 1689097"/>
              <a:gd name="connsiteY7" fmla="*/ 625870 h 1219196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</a:cxnLst>
            <a:pathLst>
              <a:path w="1689098" h="1219197">
                <a:moveTo>
                  <a:pt x="1536933" y="625870"/>
                </a:moveTo>
                <a:cubicBezTo>
                  <a:pt x="1683511" y="710425"/>
                  <a:pt x="1732843" y="898261"/>
                  <a:pt x="1646706" y="1043842"/>
                </a:cubicBezTo>
                <a:lnTo>
                  <a:pt x="1542949" y="1219197"/>
                </a:lnTo>
                <a:lnTo>
                  <a:pt x="0" y="1219197"/>
                </a:lnTo>
                <a:lnTo>
                  <a:pt x="0" y="326230"/>
                </a:lnTo>
                <a:lnTo>
                  <a:pt x="111292" y="145024"/>
                </a:lnTo>
                <a:cubicBezTo>
                  <a:pt x="197520" y="4645"/>
                  <a:pt x="379951" y="-41587"/>
                  <a:pt x="522708" y="40773"/>
                </a:cubicBezTo>
                <a:lnTo>
                  <a:pt x="1536933" y="625870"/>
                </a:lnTo>
                <a:close/>
              </a:path>
            </a:pathLst>
          </a:custGeom>
          <a:solidFill>
            <a:schemeClr val="accent2">
              <a:alpha val="15000"/>
            </a:schemeClr>
          </a:solidFill>
          <a:ln w="0">
            <a:noFill/>
          </a:ln>
          <a:extLst>
            <a:ext uri="{91240B29-F687-4F45-9708-019B960494DF}">
              <a14:hiddenLine xmlns:a14="http://schemas.microsoft.com/office/drawing/2010/main" w="0">
                <a:pattFill prst="pct5">
                  <a:fgClr>
                    <a:schemeClr val="accent1">
                      <a:lumMod val="75000"/>
                    </a:schemeClr>
                  </a:fgClr>
                </a:pattFill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副标题 7"/>
          <p:cNvSpPr>
            <a:spLocks noGrp="1"/>
          </p:cNvSpPr>
          <p:nvPr>
            <p:ph type="subTitle" idx="13" hasCustomPrompt="1"/>
            <p:custDataLst>
              <p:tags r:id="rId12"/>
            </p:custDataLst>
          </p:nvPr>
        </p:nvSpPr>
        <p:spPr>
          <a:xfrm>
            <a:off x="6730999" y="2652391"/>
            <a:ext cx="4394204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r">
              <a:lnSpc>
                <a:spcPct val="125000"/>
              </a:lnSpc>
              <a:buNone/>
              <a:defRPr sz="2400" b="0">
                <a:solidFill>
                  <a:schemeClr val="accent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THE END</a:t>
            </a:r>
            <a:endParaRPr lang="zh-CN" altLang="en-US" smtClean="0"/>
          </a:p>
        </p:txBody>
      </p:sp>
      <p:sp>
        <p:nvSpPr>
          <p:cNvPr id="9" name="标题 8"/>
          <p:cNvSpPr>
            <a:spLocks noGrp="1"/>
          </p:cNvSpPr>
          <p:nvPr>
            <p:ph type="ctrTitle" idx="14" hasCustomPrompt="1"/>
            <p:custDataLst>
              <p:tags r:id="rId13"/>
            </p:custDataLst>
          </p:nvPr>
        </p:nvSpPr>
        <p:spPr>
          <a:xfrm>
            <a:off x="6603998" y="3149596"/>
            <a:ext cx="4521196" cy="1015999"/>
          </a:xfrm>
          <a:noFill/>
        </p:spPr>
        <p:txBody>
          <a:bodyPr lIns="0" tIns="0" rIns="0" bIns="0" anchor="t">
            <a:noAutofit/>
          </a:bodyPr>
          <a:lstStyle>
            <a:lvl1pPr algn="r">
              <a:lnSpc>
                <a:spcPct val="104000"/>
              </a:lnSpc>
              <a:buNone/>
              <a:defRPr sz="6400" b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谢谢观看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目录页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图片 4" descr="C:/Users/win10/AppData/Local/Temp/figmazip/slide_61be7466cc40d4ab\datas\氛围图-6002&amp;64584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r:link="rId7"/>
          <a:stretch>
            <a:fillRect/>
          </a:stretch>
        </p:blipFill>
        <p:spPr>
          <a:xfrm>
            <a:off x="0" y="0"/>
            <a:ext cx="358140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ctrTitle" idx="13" hasCustomPrompt="1"/>
            <p:custDataLst>
              <p:tags r:id="rId8"/>
            </p:custDataLst>
          </p:nvPr>
        </p:nvSpPr>
        <p:spPr>
          <a:xfrm>
            <a:off x="825502" y="2059302"/>
            <a:ext cx="2260598" cy="761997"/>
          </a:xfrm>
          <a:noFill/>
        </p:spPr>
        <p:txBody>
          <a:bodyPr lIns="0" tIns="0" rIns="0" bIns="0" anchor="t">
            <a:noAutofit/>
          </a:bodyPr>
          <a:lstStyle>
            <a:lvl1pPr algn="l">
              <a:lnSpc>
                <a:spcPct val="114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mtClean="0"/>
              <a:t>目录</a:t>
            </a:r>
            <a:endParaRPr lang="zh-CN" altLang="en-US" smtClean="0"/>
          </a:p>
        </p:txBody>
      </p:sp>
      <p:sp>
        <p:nvSpPr>
          <p:cNvPr id="7" name="副标题 6"/>
          <p:cNvSpPr>
            <a:spLocks noGrp="1"/>
          </p:cNvSpPr>
          <p:nvPr>
            <p:ph type="subTitle" idx="14" hasCustomPrompt="1"/>
            <p:custDataLst>
              <p:tags r:id="rId9"/>
            </p:custDataLst>
          </p:nvPr>
        </p:nvSpPr>
        <p:spPr>
          <a:xfrm>
            <a:off x="825502" y="1549396"/>
            <a:ext cx="2197102" cy="4572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5000"/>
              </a:lnSpc>
              <a:buNone/>
              <a:defRPr sz="2400" b="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CONTENTS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图中标下内-装饰上-默认位置-并列-51_46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5306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387600"/>
          </a:xfrm>
          <a:custGeom>
            <a:avLst/>
            <a:gdLst>
              <a:gd name="connisteX0" fmla="*/ 0 w 10972800"/>
              <a:gd name="connsiteY0" fmla="*/ 203200 h 2387600"/>
              <a:gd name="connisteX1" fmla="*/ 203200 w 10972800"/>
              <a:gd name="connsiteY1" fmla="*/ 0 h 2387600"/>
              <a:gd name="connisteX2" fmla="*/ 10769600 w 10972800"/>
              <a:gd name="connsiteY2" fmla="*/ 0 h 2387600"/>
              <a:gd name="connisteX3" fmla="*/ 10972800 w 10972800"/>
              <a:gd name="connsiteY3" fmla="*/ 203200 h 2387600"/>
              <a:gd name="connisteX4" fmla="*/ 10972800 w 10972800"/>
              <a:gd name="connsiteY4" fmla="*/ 2184400 h 2387600"/>
              <a:gd name="connisteX5" fmla="*/ 10769600 w 10972800"/>
              <a:gd name="connsiteY5" fmla="*/ 2387600 h 2387600"/>
              <a:gd name="connisteX6" fmla="*/ 203200 w 10972800"/>
              <a:gd name="connsiteY6" fmla="*/ 2387600 h 2387600"/>
              <a:gd name="connisteX7" fmla="*/ 0 w 10972800"/>
              <a:gd name="connsiteY7" fmla="*/ 2184400 h 2387600"/>
              <a:gd name="connisteX8" fmla="*/ 0 w 10972800"/>
              <a:gd name="connsiteY8" fmla="*/ 20320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87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84400"/>
                </a:lnTo>
                <a:cubicBezTo>
                  <a:pt x="10972800" y="2296624"/>
                  <a:pt x="10881824" y="2387600"/>
                  <a:pt x="107696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279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648200" y="6096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800600" y="609600"/>
            <a:ext cx="175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800600" y="1117600"/>
            <a:ext cx="175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7162800" y="6096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315200" y="609600"/>
            <a:ext cx="175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315200" y="1117600"/>
            <a:ext cx="175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9677400" y="6096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9829800" y="609600"/>
            <a:ext cx="175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9829800" y="1117600"/>
            <a:ext cx="175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3" hasCustomPrompt="1"/>
            <p:custDataLst>
              <p:tags r:id="rId9"/>
            </p:custDataLst>
          </p:nvPr>
        </p:nvSpPr>
        <p:spPr>
          <a:xfrm>
            <a:off x="43688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736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4" hasCustomPrompt="1"/>
            <p:custDataLst>
              <p:tags r:id="rId12"/>
            </p:custDataLst>
          </p:nvPr>
        </p:nvSpPr>
        <p:spPr>
          <a:xfrm>
            <a:off x="8128000" y="2133600"/>
            <a:ext cx="3454400" cy="3505200"/>
          </a:xfrm>
          <a:custGeom>
            <a:avLst/>
            <a:gdLst>
              <a:gd name="connisteX0" fmla="*/ 0 w 3454400"/>
              <a:gd name="connsiteY0" fmla="*/ 203200 h 3505200"/>
              <a:gd name="connisteX1" fmla="*/ 203200 w 3454400"/>
              <a:gd name="connsiteY1" fmla="*/ 0 h 3505200"/>
              <a:gd name="connisteX2" fmla="*/ 3251200 w 3454400"/>
              <a:gd name="connsiteY2" fmla="*/ 0 h 3505200"/>
              <a:gd name="connisteX3" fmla="*/ 3454400 w 3454400"/>
              <a:gd name="connsiteY3" fmla="*/ 203200 h 3505200"/>
              <a:gd name="connisteX4" fmla="*/ 3454400 w 3454400"/>
              <a:gd name="connsiteY4" fmla="*/ 3302000 h 3505200"/>
              <a:gd name="connisteX5" fmla="*/ 3251200 w 3454400"/>
              <a:gd name="connsiteY5" fmla="*/ 3505200 h 3505200"/>
              <a:gd name="connisteX6" fmla="*/ 203200 w 3454400"/>
              <a:gd name="connsiteY6" fmla="*/ 3505200 h 3505200"/>
              <a:gd name="connisteX7" fmla="*/ 0 w 3454400"/>
              <a:gd name="connsiteY7" fmla="*/ 3302000 h 3505200"/>
              <a:gd name="connisteX8" fmla="*/ 0 w 3454400"/>
              <a:gd name="connsiteY8" fmla="*/ 203200 h 350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50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302000"/>
                </a:lnTo>
                <a:cubicBezTo>
                  <a:pt x="3454400" y="3414224"/>
                  <a:pt x="3363424" y="3505200"/>
                  <a:pt x="3251200" y="3505200"/>
                </a:cubicBezTo>
                <a:lnTo>
                  <a:pt x="203200" y="3505200"/>
                </a:lnTo>
                <a:cubicBezTo>
                  <a:pt x="90976" y="3505200"/>
                  <a:pt x="0" y="3414224"/>
                  <a:pt x="0" y="3302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2997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3556000"/>
            <a:ext cx="2844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35052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6576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657600" y="20320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4008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5532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553200" y="20320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92964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9448800" y="1524000"/>
            <a:ext cx="2133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448800" y="2032000"/>
            <a:ext cx="2133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2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705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858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858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705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858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858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705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6858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6858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879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4384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9296400" y="18796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9296400" y="24384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4673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4114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4673600"/>
            <a:ext cx="228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235200"/>
          </a:xfrm>
          <a:custGeom>
            <a:avLst/>
            <a:gdLst>
              <a:gd name="connisteX0" fmla="*/ 0 w 10972800"/>
              <a:gd name="connsiteY0" fmla="*/ 203200 h 2235200"/>
              <a:gd name="connisteX1" fmla="*/ 203200 w 10972800"/>
              <a:gd name="connsiteY1" fmla="*/ 0 h 2235200"/>
              <a:gd name="connisteX2" fmla="*/ 10769600 w 10972800"/>
              <a:gd name="connsiteY2" fmla="*/ 0 h 2235200"/>
              <a:gd name="connisteX3" fmla="*/ 10972800 w 10972800"/>
              <a:gd name="connsiteY3" fmla="*/ 203200 h 2235200"/>
              <a:gd name="connisteX4" fmla="*/ 10972800 w 10972800"/>
              <a:gd name="connsiteY4" fmla="*/ 2032000 h 2235200"/>
              <a:gd name="connisteX5" fmla="*/ 10769600 w 10972800"/>
              <a:gd name="connsiteY5" fmla="*/ 2235200 h 2235200"/>
              <a:gd name="connisteX6" fmla="*/ 203200 w 10972800"/>
              <a:gd name="connsiteY6" fmla="*/ 2235200 h 2235200"/>
              <a:gd name="connisteX7" fmla="*/ 0 w 10972800"/>
              <a:gd name="connsiteY7" fmla="*/ 2032000 h 2235200"/>
              <a:gd name="connisteX8" fmla="*/ 0 w 10972800"/>
              <a:gd name="connsiteY8" fmla="*/ 203200 h 2235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235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032000"/>
                </a:lnTo>
                <a:cubicBezTo>
                  <a:pt x="10972800" y="2144224"/>
                  <a:pt x="10881824" y="2235200"/>
                  <a:pt x="10769600" y="2235200"/>
                </a:cubicBezTo>
                <a:lnTo>
                  <a:pt x="203200" y="2235200"/>
                </a:lnTo>
                <a:cubicBezTo>
                  <a:pt x="90976" y="2235200"/>
                  <a:pt x="0" y="2144224"/>
                  <a:pt x="0" y="2032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2164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4724400"/>
            <a:ext cx="3098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32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609600" y="2438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082800" y="24892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082800" y="2997200"/>
            <a:ext cx="378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6324600" y="24384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797800" y="24892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797800" y="2997200"/>
            <a:ext cx="378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09600" y="4114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2082800" y="41656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2082800" y="4673600"/>
            <a:ext cx="378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324600" y="41148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7797800" y="4165600"/>
            <a:ext cx="378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7797800" y="4673600"/>
            <a:ext cx="378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1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184400"/>
          </a:xfrm>
          <a:custGeom>
            <a:avLst/>
            <a:gdLst>
              <a:gd name="connisteX0" fmla="*/ 0 w 10972800"/>
              <a:gd name="connsiteY0" fmla="*/ 203200 h 2184400"/>
              <a:gd name="connisteX1" fmla="*/ 203200 w 10972800"/>
              <a:gd name="connsiteY1" fmla="*/ 0 h 2184400"/>
              <a:gd name="connisteX2" fmla="*/ 10769600 w 10972800"/>
              <a:gd name="connsiteY2" fmla="*/ 0 h 2184400"/>
              <a:gd name="connisteX3" fmla="*/ 10972800 w 10972800"/>
              <a:gd name="connsiteY3" fmla="*/ 203200 h 2184400"/>
              <a:gd name="connisteX4" fmla="*/ 10972800 w 10972800"/>
              <a:gd name="connsiteY4" fmla="*/ 1981200 h 2184400"/>
              <a:gd name="connisteX5" fmla="*/ 10769600 w 10972800"/>
              <a:gd name="connsiteY5" fmla="*/ 2184400 h 2184400"/>
              <a:gd name="connisteX6" fmla="*/ 203200 w 10972800"/>
              <a:gd name="connsiteY6" fmla="*/ 2184400 h 2184400"/>
              <a:gd name="connisteX7" fmla="*/ 0 w 10972800"/>
              <a:gd name="connsiteY7" fmla="*/ 1981200 h 2184400"/>
              <a:gd name="connisteX8" fmla="*/ 0 w 10972800"/>
              <a:gd name="connsiteY8" fmla="*/ 203200 h 218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18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981200"/>
                </a:lnTo>
                <a:cubicBezTo>
                  <a:pt x="10972800" y="2093424"/>
                  <a:pt x="10881824" y="2184400"/>
                  <a:pt x="10769600" y="2184400"/>
                </a:cubicBezTo>
                <a:lnTo>
                  <a:pt x="203200" y="2184400"/>
                </a:lnTo>
                <a:cubicBezTo>
                  <a:pt x="90976" y="2184400"/>
                  <a:pt x="0" y="2093424"/>
                  <a:pt x="0" y="198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165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4724400"/>
            <a:ext cx="3251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1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4165600" y="1524000"/>
            <a:ext cx="7416800" cy="1473200"/>
          </a:xfrm>
          <a:custGeom>
            <a:avLst/>
            <a:gdLst>
              <a:gd name="connisteX0" fmla="*/ 0 w 7416800"/>
              <a:gd name="connsiteY0" fmla="*/ 0 h 1473200"/>
              <a:gd name="connisteX1" fmla="*/ 7213600 w 7416800"/>
              <a:gd name="connsiteY1" fmla="*/ 0 h 1473200"/>
              <a:gd name="connisteX2" fmla="*/ 7416800 w 7416800"/>
              <a:gd name="connsiteY2" fmla="*/ 203200 h 1473200"/>
              <a:gd name="connisteX3" fmla="*/ 7416800 w 7416800"/>
              <a:gd name="connsiteY3" fmla="*/ 1270000 h 1473200"/>
              <a:gd name="connisteX4" fmla="*/ 7213600 w 7416800"/>
              <a:gd name="connsiteY4" fmla="*/ 1473200 h 1473200"/>
              <a:gd name="connisteX5" fmla="*/ 0 w 7416800"/>
              <a:gd name="connsiteY5" fmla="*/ 1473200 h 1473200"/>
              <a:gd name="connisteX6" fmla="*/ 0 w 7416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1270000"/>
                </a:lnTo>
                <a:cubicBezTo>
                  <a:pt x="7416800" y="1382224"/>
                  <a:pt x="7325824" y="1473200"/>
                  <a:pt x="7213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4470400" y="18288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4470400" y="23876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149600"/>
            <a:ext cx="7416800" cy="1473200"/>
          </a:xfrm>
          <a:custGeom>
            <a:avLst/>
            <a:gdLst>
              <a:gd name="connisteX0" fmla="*/ 0 w 7416800"/>
              <a:gd name="connsiteY0" fmla="*/ 203200 h 1473200"/>
              <a:gd name="connisteX1" fmla="*/ 203200 w 7416800"/>
              <a:gd name="connsiteY1" fmla="*/ 0 h 1473200"/>
              <a:gd name="connisteX2" fmla="*/ 7416800 w 7416800"/>
              <a:gd name="connsiteY2" fmla="*/ 0 h 1473200"/>
              <a:gd name="connisteX3" fmla="*/ 7416800 w 7416800"/>
              <a:gd name="connsiteY3" fmla="*/ 1473200 h 1473200"/>
              <a:gd name="connisteX4" fmla="*/ 203200 w 7416800"/>
              <a:gd name="connsiteY4" fmla="*/ 1473200 h 1473200"/>
              <a:gd name="connisteX5" fmla="*/ 0 w 7416800"/>
              <a:gd name="connsiteY5" fmla="*/ 1270000 h 1473200"/>
              <a:gd name="connisteX6" fmla="*/ 0 w 74168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7416800" y="0"/>
                </a:lnTo>
                <a:lnTo>
                  <a:pt x="74168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8026400" y="3149600"/>
            <a:ext cx="3556000" cy="1473200"/>
          </a:xfrm>
          <a:custGeom>
            <a:avLst/>
            <a:gdLst>
              <a:gd name="connisteX0" fmla="*/ 0 w 3556000"/>
              <a:gd name="connsiteY0" fmla="*/ 0 h 1473200"/>
              <a:gd name="connisteX1" fmla="*/ 3352800 w 3556000"/>
              <a:gd name="connsiteY1" fmla="*/ 0 h 1473200"/>
              <a:gd name="connisteX2" fmla="*/ 3556000 w 3556000"/>
              <a:gd name="connsiteY2" fmla="*/ 203200 h 1473200"/>
              <a:gd name="connisteX3" fmla="*/ 3556000 w 3556000"/>
              <a:gd name="connsiteY3" fmla="*/ 1270000 h 1473200"/>
              <a:gd name="connisteX4" fmla="*/ 3352800 w 3556000"/>
              <a:gd name="connsiteY4" fmla="*/ 1473200 h 1473200"/>
              <a:gd name="connisteX5" fmla="*/ 0 w 3556000"/>
              <a:gd name="connsiteY5" fmla="*/ 1473200 h 1473200"/>
              <a:gd name="connisteX6" fmla="*/ 0 w 3556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270000"/>
                </a:lnTo>
                <a:cubicBezTo>
                  <a:pt x="3556000" y="1382224"/>
                  <a:pt x="3465024" y="1473200"/>
                  <a:pt x="3352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914400" y="34544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914400" y="40132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4165600" y="4775200"/>
            <a:ext cx="7416800" cy="1473200"/>
          </a:xfrm>
          <a:custGeom>
            <a:avLst/>
            <a:gdLst>
              <a:gd name="connisteX0" fmla="*/ 0 w 7416800"/>
              <a:gd name="connsiteY0" fmla="*/ 0 h 1473200"/>
              <a:gd name="connisteX1" fmla="*/ 7213600 w 7416800"/>
              <a:gd name="connsiteY1" fmla="*/ 0 h 1473200"/>
              <a:gd name="connisteX2" fmla="*/ 7416800 w 7416800"/>
              <a:gd name="connsiteY2" fmla="*/ 203200 h 1473200"/>
              <a:gd name="connisteX3" fmla="*/ 7416800 w 7416800"/>
              <a:gd name="connsiteY3" fmla="*/ 1270000 h 1473200"/>
              <a:gd name="connisteX4" fmla="*/ 7213600 w 7416800"/>
              <a:gd name="connsiteY4" fmla="*/ 1473200 h 1473200"/>
              <a:gd name="connisteX5" fmla="*/ 0 w 7416800"/>
              <a:gd name="connsiteY5" fmla="*/ 1473200 h 1473200"/>
              <a:gd name="connisteX6" fmla="*/ 0 w 7416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7416800" h="1473200">
                <a:moveTo>
                  <a:pt x="0" y="0"/>
                </a:moveTo>
                <a:lnTo>
                  <a:pt x="7213600" y="0"/>
                </a:lnTo>
                <a:cubicBezTo>
                  <a:pt x="7325824" y="0"/>
                  <a:pt x="7416800" y="90976"/>
                  <a:pt x="7416800" y="203200"/>
                </a:cubicBezTo>
                <a:lnTo>
                  <a:pt x="7416800" y="1270000"/>
                </a:lnTo>
                <a:cubicBezTo>
                  <a:pt x="7416800" y="1382224"/>
                  <a:pt x="7325824" y="1473200"/>
                  <a:pt x="7213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09600" y="477520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4470400" y="5080000"/>
            <a:ext cx="6807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4470400" y="5638800"/>
            <a:ext cx="6807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3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543800" y="533400"/>
            <a:ext cx="4038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内容占位符 11"/>
          <p:cNvSpPr>
            <a:spLocks noGrp="1"/>
          </p:cNvSpPr>
          <p:nvPr>
            <p:ph idx="16386" hasCustomPrompt="1"/>
            <p:custDataLst>
              <p:tags r:id="rId6"/>
            </p:custDataLst>
          </p:nvPr>
        </p:nvSpPr>
        <p:spPr>
          <a:xfrm>
            <a:off x="0" y="0"/>
            <a:ext cx="6934200" cy="6858000"/>
          </a:xfrm>
          <a:custGeom>
            <a:avLst/>
            <a:gdLst>
              <a:gd name="connisteX0" fmla="*/ 0 w 6934200"/>
              <a:gd name="connsiteY0" fmla="*/ 0 h 6858000"/>
              <a:gd name="connisteX1" fmla="*/ 6934200 w 6934200"/>
              <a:gd name="connsiteY1" fmla="*/ 0 h 6858000"/>
              <a:gd name="connisteX2" fmla="*/ 6934200 w 6934200"/>
              <a:gd name="connsiteY2" fmla="*/ 6858000 h 6858000"/>
              <a:gd name="connisteX3" fmla="*/ 0 w 6934200"/>
              <a:gd name="connsiteY3" fmla="*/ 6858000 h 6858000"/>
              <a:gd name="connisteX4" fmla="*/ 0 w 69342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6934200" h="6858000">
                <a:moveTo>
                  <a:pt x="0" y="0"/>
                </a:moveTo>
                <a:lnTo>
                  <a:pt x="6934200" y="0"/>
                </a:lnTo>
                <a:lnTo>
                  <a:pt x="69342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19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3149600" y="15240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18288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3876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3149600" y="31496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609600" y="31496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34544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40132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3149600" y="4775200"/>
            <a:ext cx="8432800" cy="1473200"/>
          </a:xfrm>
          <a:custGeom>
            <a:avLst/>
            <a:gdLst>
              <a:gd name="connisteX0" fmla="*/ 0 w 8432800"/>
              <a:gd name="connsiteY0" fmla="*/ 0 h 1473200"/>
              <a:gd name="connisteX1" fmla="*/ 8229600 w 8432800"/>
              <a:gd name="connsiteY1" fmla="*/ 0 h 1473200"/>
              <a:gd name="connisteX2" fmla="*/ 8432800 w 8432800"/>
              <a:gd name="connsiteY2" fmla="*/ 203200 h 1473200"/>
              <a:gd name="connisteX3" fmla="*/ 8432800 w 8432800"/>
              <a:gd name="connsiteY3" fmla="*/ 1270000 h 1473200"/>
              <a:gd name="connisteX4" fmla="*/ 8229600 w 8432800"/>
              <a:gd name="connsiteY4" fmla="*/ 1473200 h 1473200"/>
              <a:gd name="connisteX5" fmla="*/ 0 w 8432800"/>
              <a:gd name="connsiteY5" fmla="*/ 1473200 h 1473200"/>
              <a:gd name="connisteX6" fmla="*/ 0 w 84328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14732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1270000"/>
                </a:lnTo>
                <a:cubicBezTo>
                  <a:pt x="8432800" y="1382224"/>
                  <a:pt x="8341824" y="1473200"/>
                  <a:pt x="82296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09600" y="4775200"/>
            <a:ext cx="2540000" cy="1473200"/>
          </a:xfrm>
          <a:custGeom>
            <a:avLst/>
            <a:gdLst>
              <a:gd name="connisteX0" fmla="*/ 0 w 2540000"/>
              <a:gd name="connsiteY0" fmla="*/ 203200 h 1473200"/>
              <a:gd name="connisteX1" fmla="*/ 203200 w 2540000"/>
              <a:gd name="connsiteY1" fmla="*/ 0 h 1473200"/>
              <a:gd name="connisteX2" fmla="*/ 2540000 w 2540000"/>
              <a:gd name="connsiteY2" fmla="*/ 0 h 1473200"/>
              <a:gd name="connisteX3" fmla="*/ 2540000 w 2540000"/>
              <a:gd name="connsiteY3" fmla="*/ 1473200 h 1473200"/>
              <a:gd name="connisteX4" fmla="*/ 203200 w 2540000"/>
              <a:gd name="connsiteY4" fmla="*/ 1473200 h 1473200"/>
              <a:gd name="connisteX5" fmla="*/ 0 w 2540000"/>
              <a:gd name="connsiteY5" fmla="*/ 1270000 h 1473200"/>
              <a:gd name="connisteX6" fmla="*/ 0 w 2540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3454400" y="50800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3454400" y="56388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2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单击此处添加标题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3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15748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图片占位符 13"/>
          <p:cNvSpPr>
            <a:spLocks noGrp="1"/>
          </p:cNvSpPr>
          <p:nvPr>
            <p:ph type="pic" idx="16392" hasCustomPrompt="1"/>
            <p:custDataLst>
              <p:tags r:id="rId8"/>
            </p:custDataLst>
          </p:nvPr>
        </p:nvSpPr>
        <p:spPr>
          <a:xfrm>
            <a:off x="1930400" y="2413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10160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10160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7" hasCustomPrompt="1"/>
            <p:custDataLst>
              <p:tags r:id="rId12"/>
            </p:custDataLst>
          </p:nvPr>
        </p:nvSpPr>
        <p:spPr>
          <a:xfrm>
            <a:off x="53340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5" hasCustomPrompt="1"/>
            <p:custDataLst>
              <p:tags r:id="rId13"/>
            </p:custDataLst>
          </p:nvPr>
        </p:nvSpPr>
        <p:spPr>
          <a:xfrm>
            <a:off x="5689600" y="2413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47752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47752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装饰  1"/>
          <p:cNvSpPr>
            <a:spLocks noGrp="1"/>
          </p:cNvSpPr>
          <p:nvPr>
            <p:ph type="body" idx="16399" hasCustomPrompt="1"/>
            <p:custDataLst>
              <p:tags r:id="rId16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0932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图片占位符 23"/>
          <p:cNvSpPr>
            <a:spLocks noGrp="1"/>
          </p:cNvSpPr>
          <p:nvPr>
            <p:ph type="pic" idx="16398" hasCustomPrompt="1"/>
            <p:custDataLst>
              <p:tags r:id="rId18"/>
            </p:custDataLst>
          </p:nvPr>
        </p:nvSpPr>
        <p:spPr>
          <a:xfrm>
            <a:off x="9448800" y="2413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8534400" y="3937000"/>
            <a:ext cx="264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8534400" y="4495800"/>
            <a:ext cx="2641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单击此处添加项正文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目录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04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  <a:t>单击此处添加项标题</a:t>
            </a:r>
            <a:endParaRPr lang="zh-CN" altLang="en-US" smtClean="0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6" Type="http://schemas.openxmlformats.org/officeDocument/2006/relationships/theme" Target="../theme/theme2.xml"/><Relationship Id="rId25" Type="http://schemas.openxmlformats.org/officeDocument/2006/relationships/tags" Target="../tags/tag132.xml"/><Relationship Id="rId24" Type="http://schemas.openxmlformats.org/officeDocument/2006/relationships/tags" Target="../tags/tag131.xml"/><Relationship Id="rId23" Type="http://schemas.openxmlformats.org/officeDocument/2006/relationships/tags" Target="../tags/tag130.xml"/><Relationship Id="rId22" Type="http://schemas.openxmlformats.org/officeDocument/2006/relationships/tags" Target="../tags/tag129.xml"/><Relationship Id="rId21" Type="http://schemas.openxmlformats.org/officeDocument/2006/relationships/tags" Target="../tags/tag128.xml"/><Relationship Id="rId20" Type="http://schemas.openxmlformats.org/officeDocument/2006/relationships/tags" Target="../tags/tag127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26.xml"/><Relationship Id="rId18" Type="http://schemas.openxmlformats.org/officeDocument/2006/relationships/tags" Target="../tags/tag125.xml"/><Relationship Id="rId17" Type="http://schemas.openxmlformats.org/officeDocument/2006/relationships/image" Target="../media/image1.png"/><Relationship Id="rId16" Type="http://schemas.openxmlformats.org/officeDocument/2006/relationships/tags" Target="../tags/tag124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8.xml"/><Relationship Id="rId26" Type="http://schemas.openxmlformats.org/officeDocument/2006/relationships/theme" Target="../theme/theme3.xml"/><Relationship Id="rId25" Type="http://schemas.openxmlformats.org/officeDocument/2006/relationships/tags" Target="../tags/tag354.xml"/><Relationship Id="rId24" Type="http://schemas.openxmlformats.org/officeDocument/2006/relationships/tags" Target="../tags/tag353.xml"/><Relationship Id="rId23" Type="http://schemas.openxmlformats.org/officeDocument/2006/relationships/tags" Target="../tags/tag352.xml"/><Relationship Id="rId22" Type="http://schemas.openxmlformats.org/officeDocument/2006/relationships/tags" Target="../tags/tag351.xml"/><Relationship Id="rId21" Type="http://schemas.openxmlformats.org/officeDocument/2006/relationships/tags" Target="../tags/tag350.xml"/><Relationship Id="rId20" Type="http://schemas.openxmlformats.org/officeDocument/2006/relationships/tags" Target="../tags/tag349.xml"/><Relationship Id="rId2" Type="http://schemas.openxmlformats.org/officeDocument/2006/relationships/slideLayout" Target="../slideLayouts/slideLayout27.xml"/><Relationship Id="rId19" Type="http://schemas.openxmlformats.org/officeDocument/2006/relationships/tags" Target="../tags/tag348.xml"/><Relationship Id="rId18" Type="http://schemas.openxmlformats.org/officeDocument/2006/relationships/tags" Target="../tags/tag347.xml"/><Relationship Id="rId17" Type="http://schemas.openxmlformats.org/officeDocument/2006/relationships/image" Target="../media/image1.png"/><Relationship Id="rId16" Type="http://schemas.openxmlformats.org/officeDocument/2006/relationships/tags" Target="../tags/tag346.xml"/><Relationship Id="rId15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封面页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17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5000">
                <a:schemeClr val="bg2"/>
              </a:gs>
              <a:gs pos="100000">
                <a:schemeClr val="bg2">
                  <a:alpha val="0"/>
                </a:schemeClr>
              </a:gs>
            </a:gsLst>
            <a:lin ang="46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>
                <a:latin typeface="MiSans DemiBold" charset="0"/>
                <a:ea typeface="MiSans Medium" panose="00000600000000000000" charset="-122"/>
              </a:rPr>
              <a:t>单击此处编辑母版标题样式</a:t>
            </a:r>
            <a:endParaRPr lang="zh-CN" altLang="en-US" dirty="0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>
                <a:latin typeface="MiSans Medium" panose="00000600000000000000" charset="-122"/>
                <a:ea typeface="MiSans Normal" panose="00000500000000000000" charset="-122"/>
              </a:rPr>
              <a:t>单击此处编辑母版文本样式</a:t>
            </a:r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>
                <a:latin typeface="MiSans Medium" panose="00000600000000000000" charset="-122"/>
                <a:ea typeface="MiSans Normal" panose="00000500000000000000" charset="-122"/>
              </a:rPr>
            </a:fld>
            <a:endParaRPr lang="zh-CN" altLang="en-US" dirty="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358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3" Type="http://schemas.openxmlformats.org/officeDocument/2006/relationships/slideLayout" Target="../slideLayouts/slideLayout40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tags" Target="../tags/tag35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73.xml"/><Relationship Id="rId2" Type="http://schemas.openxmlformats.org/officeDocument/2006/relationships/tags" Target="../tags/tag372.xml"/><Relationship Id="rId1" Type="http://schemas.openxmlformats.org/officeDocument/2006/relationships/tags" Target="../tags/tag37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80.xml"/><Relationship Id="rId8" Type="http://schemas.openxmlformats.org/officeDocument/2006/relationships/tags" Target="../tags/tag379.xml"/><Relationship Id="rId7" Type="http://schemas.openxmlformats.org/officeDocument/2006/relationships/tags" Target="../tags/tag37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4" Type="http://schemas.openxmlformats.org/officeDocument/2006/relationships/slideLayout" Target="../slideLayouts/slideLayout39.xml"/><Relationship Id="rId23" Type="http://schemas.openxmlformats.org/officeDocument/2006/relationships/tags" Target="../tags/tag390.xml"/><Relationship Id="rId22" Type="http://schemas.openxmlformats.org/officeDocument/2006/relationships/tags" Target="../tags/tag389.xml"/><Relationship Id="rId21" Type="http://schemas.openxmlformats.org/officeDocument/2006/relationships/tags" Target="../tags/tag388.xml"/><Relationship Id="rId20" Type="http://schemas.openxmlformats.org/officeDocument/2006/relationships/image" Target="../media/image9.svg"/><Relationship Id="rId2" Type="http://schemas.openxmlformats.org/officeDocument/2006/relationships/tags" Target="../tags/tag375.xml"/><Relationship Id="rId19" Type="http://schemas.openxmlformats.org/officeDocument/2006/relationships/image" Target="../media/image8.png"/><Relationship Id="rId18" Type="http://schemas.openxmlformats.org/officeDocument/2006/relationships/tags" Target="../tags/tag387.xml"/><Relationship Id="rId17" Type="http://schemas.openxmlformats.org/officeDocument/2006/relationships/tags" Target="../tags/tag386.xml"/><Relationship Id="rId16" Type="http://schemas.openxmlformats.org/officeDocument/2006/relationships/tags" Target="../tags/tag385.xml"/><Relationship Id="rId15" Type="http://schemas.openxmlformats.org/officeDocument/2006/relationships/tags" Target="../tags/tag384.xml"/><Relationship Id="rId14" Type="http://schemas.openxmlformats.org/officeDocument/2006/relationships/tags" Target="../tags/tag383.xml"/><Relationship Id="rId13" Type="http://schemas.openxmlformats.org/officeDocument/2006/relationships/image" Target="../media/image7.svg"/><Relationship Id="rId12" Type="http://schemas.openxmlformats.org/officeDocument/2006/relationships/image" Target="../media/image6.png"/><Relationship Id="rId11" Type="http://schemas.openxmlformats.org/officeDocument/2006/relationships/tags" Target="../tags/tag382.xml"/><Relationship Id="rId10" Type="http://schemas.openxmlformats.org/officeDocument/2006/relationships/tags" Target="../tags/tag381.xml"/><Relationship Id="rId1" Type="http://schemas.openxmlformats.org/officeDocument/2006/relationships/tags" Target="../tags/tag37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" Type="http://schemas.openxmlformats.org/officeDocument/2006/relationships/tags" Target="../tags/tag39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7.xml"/><Relationship Id="rId4" Type="http://schemas.openxmlformats.org/officeDocument/2006/relationships/tags" Target="../tags/tag396.xml"/><Relationship Id="rId3" Type="http://schemas.openxmlformats.org/officeDocument/2006/relationships/image" Target="../media/image10.png"/><Relationship Id="rId2" Type="http://schemas.openxmlformats.org/officeDocument/2006/relationships/tags" Target="../tags/tag395.xml"/><Relationship Id="rId1" Type="http://schemas.openxmlformats.org/officeDocument/2006/relationships/tags" Target="../tags/tag39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tags" Target="../tags/tag403.xml"/><Relationship Id="rId7" Type="http://schemas.openxmlformats.org/officeDocument/2006/relationships/tags" Target="../tags/tag402.xml"/><Relationship Id="rId6" Type="http://schemas.openxmlformats.org/officeDocument/2006/relationships/tags" Target="../tags/tag401.xml"/><Relationship Id="rId5" Type="http://schemas.openxmlformats.org/officeDocument/2006/relationships/tags" Target="../tags/tag400.xml"/><Relationship Id="rId4" Type="http://schemas.openxmlformats.org/officeDocument/2006/relationships/image" Target="../media/image11.jpeg"/><Relationship Id="rId3" Type="http://schemas.openxmlformats.org/officeDocument/2006/relationships/tags" Target="../tags/tag399.xml"/><Relationship Id="rId2" Type="http://schemas.openxmlformats.org/officeDocument/2006/relationships/tags" Target="../tags/tag398.xml"/><Relationship Id="rId13" Type="http://schemas.openxmlformats.org/officeDocument/2006/relationships/slideLayout" Target="../slideLayouts/slideLayout36.xml"/><Relationship Id="rId12" Type="http://schemas.openxmlformats.org/officeDocument/2006/relationships/tags" Target="../tags/tag406.xml"/><Relationship Id="rId11" Type="http://schemas.openxmlformats.org/officeDocument/2006/relationships/tags" Target="../tags/tag405.xml"/><Relationship Id="rId10" Type="http://schemas.openxmlformats.org/officeDocument/2006/relationships/tags" Target="../tags/tag404.xml"/><Relationship Id="rId1" Type="http://schemas.openxmlformats.org/officeDocument/2006/relationships/tags" Target="../tags/tag39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0.xml"/><Relationship Id="rId4" Type="http://schemas.openxmlformats.org/officeDocument/2006/relationships/tags" Target="../tags/tag412.xml"/><Relationship Id="rId3" Type="http://schemas.openxmlformats.org/officeDocument/2006/relationships/image" Target="../media/image13.png"/><Relationship Id="rId2" Type="http://schemas.openxmlformats.org/officeDocument/2006/relationships/tags" Target="../tags/tag411.xml"/><Relationship Id="rId1" Type="http://schemas.openxmlformats.org/officeDocument/2006/relationships/tags" Target="../tags/tag41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1.xml"/><Relationship Id="rId3" Type="http://schemas.openxmlformats.org/officeDocument/2006/relationships/tags" Target="../tags/tag414.xml"/><Relationship Id="rId2" Type="http://schemas.openxmlformats.org/officeDocument/2006/relationships/image" Target="../media/image14.jpeg"/><Relationship Id="rId1" Type="http://schemas.openxmlformats.org/officeDocument/2006/relationships/tags" Target="../tags/tag41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423.xml"/><Relationship Id="rId8" Type="http://schemas.openxmlformats.org/officeDocument/2006/relationships/tags" Target="../tags/tag422.xml"/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6" Type="http://schemas.openxmlformats.org/officeDocument/2006/relationships/slideLayout" Target="../slideLayouts/slideLayout29.xml"/><Relationship Id="rId15" Type="http://schemas.openxmlformats.org/officeDocument/2006/relationships/tags" Target="../tags/tag428.xml"/><Relationship Id="rId14" Type="http://schemas.openxmlformats.org/officeDocument/2006/relationships/image" Target="../media/image15.jpeg"/><Relationship Id="rId13" Type="http://schemas.openxmlformats.org/officeDocument/2006/relationships/tags" Target="../tags/tag427.xml"/><Relationship Id="rId12" Type="http://schemas.openxmlformats.org/officeDocument/2006/relationships/tags" Target="../tags/tag426.xml"/><Relationship Id="rId11" Type="http://schemas.openxmlformats.org/officeDocument/2006/relationships/tags" Target="../tags/tag425.xml"/><Relationship Id="rId10" Type="http://schemas.openxmlformats.org/officeDocument/2006/relationships/tags" Target="../tags/tag424.xml"/><Relationship Id="rId1" Type="http://schemas.openxmlformats.org/officeDocument/2006/relationships/tags" Target="../tags/tag415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431.xml"/><Relationship Id="rId2" Type="http://schemas.openxmlformats.org/officeDocument/2006/relationships/tags" Target="../tags/tag430.xml"/><Relationship Id="rId1" Type="http://schemas.openxmlformats.org/officeDocument/2006/relationships/tags" Target="../tags/tag4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占位符 4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pPr lvl="0"/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2025/10/1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7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>
          <a:xfrm>
            <a:off x="1016000" y="2882512"/>
            <a:ext cx="8875305" cy="1046834"/>
          </a:xfrm>
        </p:spPr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迪士尼票务系统程序设计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5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lvl="0"/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组长：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郑聿铭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 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组员：周齐翔 李周海威 张弘毅</a:t>
            </a:r>
            <a:endParaRPr lang="en-US" altLang="zh-CN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CONTENTS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目录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系统功能概述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程序编写思路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系统功能实现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01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系统功能概述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功能</a:t>
            </a:r>
            <a:r>
              <a:rPr lang="zh-CN" altLang="en-US">
                <a:latin typeface="MiSans DemiBold" charset="0"/>
                <a:ea typeface="MiSans Medium" panose="00000600000000000000" charset="-122"/>
                <a:cs typeface="Arial" panose="020B0604020202020204" pitchFamily="34" charset="0"/>
              </a:rPr>
              <a:t>概述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3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20" name="图片占位符 19" descr="7"/>
          <p:cNvPicPr>
            <a:picLocks noChangeAspect="1"/>
          </p:cNvPicPr>
          <p:nvPr>
            <p:ph type="pic" idx="16392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30400" y="2413000"/>
            <a:ext cx="812800" cy="81280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购票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系统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只需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输入购票人的具体信息、入园日期、购票类型，即可直接得到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装饰  7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9" name="图片占位符 18" descr="2"/>
          <p:cNvPicPr>
            <a:picLocks noChangeAspect="1"/>
          </p:cNvPicPr>
          <p:nvPr>
            <p:ph type="pic" idx="16395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689600" y="2413000"/>
            <a:ext cx="812800" cy="81280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>
                <a:solidFill>
                  <a:srgbClr val="FFFFFF"/>
                </a:solidFill>
                <a:uFillTx/>
                <a:latin typeface="MiSans Medium" panose="00000600000000000000" charset="-122"/>
                <a:ea typeface="MiSans Normal" panose="00000500000000000000" charset="-122"/>
              </a:rPr>
              <a:t>查询</a:t>
            </a:r>
            <a:r>
              <a:rPr lang="zh-CN" altLang="en-US">
                <a:solidFill>
                  <a:srgbClr val="FFFFFF"/>
                </a:solidFill>
                <a:uFillTx/>
                <a:latin typeface="MiSans Medium" panose="00000600000000000000" charset="-122"/>
                <a:ea typeface="MiSans Normal" panose="00000500000000000000" charset="-122"/>
                <a:cs typeface="Arial" panose="020B0604020202020204" pitchFamily="34" charset="0"/>
              </a:rPr>
              <a:t>系统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仅需输入最基本的信息，系统将自动匹配符合条件的票类并清晰地呈现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出来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1"/>
          <p:cNvSpPr>
            <a:spLocks noGrp="1"/>
          </p:cNvSpPr>
          <p:nvPr>
            <p:ph type="body" idx="16399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8" name="图片占位符 17" descr="9"/>
          <p:cNvPicPr>
            <a:picLocks noChangeAspect="1"/>
          </p:cNvPicPr>
          <p:nvPr>
            <p:ph type="pic" idx="16398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448800" y="2413000"/>
            <a:ext cx="812800" cy="81280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tx1"/>
                </a:solidFill>
                <a:uFillTx/>
                <a:latin typeface="MiSans Medium" panose="00000600000000000000" charset="-122"/>
                <a:ea typeface="MiSans Normal" panose="00000500000000000000" charset="-122"/>
              </a:rPr>
              <a:t>多次</a:t>
            </a:r>
            <a:r>
              <a:rPr lang="zh-CN" altLang="en-US">
                <a:solidFill>
                  <a:schemeClr val="tx1"/>
                </a:solidFill>
                <a:uFillTx/>
                <a:latin typeface="MiSans Medium" panose="00000600000000000000" charset="-122"/>
                <a:ea typeface="MiSans Normal" panose="00000500000000000000" charset="-122"/>
              </a:rPr>
              <a:t>循环</a:t>
            </a:r>
            <a:endParaRPr lang="zh-CN" altLang="en-US">
              <a:solidFill>
                <a:schemeClr val="tx1"/>
              </a:solidFill>
              <a:uFillTx/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游客购票后可快速便捷地选择继续或者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退出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02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程序编写思路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254635" y="137795"/>
            <a:ext cx="2382520" cy="840105"/>
          </a:xfrm>
        </p:spPr>
        <p:txBody>
          <a:bodyPr/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流程设计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图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6386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441700" y="49530"/>
            <a:ext cx="5308600" cy="68465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代码设计理念</a:t>
            </a:r>
            <a:endParaRPr lang="en-US" altLang="zh-CN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>
          <a:xfrm>
            <a:off x="4165600" y="1718310"/>
            <a:ext cx="7416800" cy="14732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4" name="图片占位符 3" descr="573f7cd5-a849-11f0-b806-ca9b61084455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3393" b="3393"/>
          <a:stretch>
            <a:fillRect/>
          </a:stretch>
        </p:blipFill>
        <p:spPr>
          <a:xfrm>
            <a:off x="609600" y="1718310"/>
            <a:ext cx="3556000" cy="1473200"/>
          </a:xfrm>
          <a:custGeom>
            <a:avLst/>
            <a:gdLst>
              <a:gd name="connisteX0" fmla="*/ 0 w 3556000"/>
              <a:gd name="connsiteY0" fmla="*/ 203200 h 1473200"/>
              <a:gd name="connisteX1" fmla="*/ 203200 w 3556000"/>
              <a:gd name="connsiteY1" fmla="*/ 0 h 1473200"/>
              <a:gd name="connisteX2" fmla="*/ 3556000 w 3556000"/>
              <a:gd name="connsiteY2" fmla="*/ 0 h 1473200"/>
              <a:gd name="connisteX3" fmla="*/ 3556000 w 3556000"/>
              <a:gd name="connsiteY3" fmla="*/ 1473200 h 1473200"/>
              <a:gd name="connisteX4" fmla="*/ 203200 w 3556000"/>
              <a:gd name="connsiteY4" fmla="*/ 1473200 h 1473200"/>
              <a:gd name="connisteX5" fmla="*/ 0 w 3556000"/>
              <a:gd name="connsiteY5" fmla="*/ 1270000 h 1473200"/>
              <a:gd name="connisteX6" fmla="*/ 0 w 3556000"/>
              <a:gd name="connsiteY6" fmla="*/ 20320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556000" y="0"/>
                </a:lnTo>
                <a:lnTo>
                  <a:pt x="3556000" y="1473200"/>
                </a:lnTo>
                <a:lnTo>
                  <a:pt x="203200" y="1473200"/>
                </a:lnTo>
                <a:cubicBezTo>
                  <a:pt x="90976" y="1473200"/>
                  <a:pt x="0" y="1382224"/>
                  <a:pt x="0" y="12700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4470400" y="1908810"/>
            <a:ext cx="6807200" cy="406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简洁清晰的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主体部分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4470400" y="2564765"/>
            <a:ext cx="6807200" cy="3048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将需要实现的功能以函数形式外置，以达到主函数的绝对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简洁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>
          <a:xfrm>
            <a:off x="609600" y="4081780"/>
            <a:ext cx="7416800" cy="14732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8" name="图片占位符 7" descr="573f7b81-a849-11f0-b806-ca9b61084455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393" b="3393"/>
          <a:stretch>
            <a:fillRect/>
          </a:stretch>
        </p:blipFill>
        <p:spPr>
          <a:xfrm>
            <a:off x="8026400" y="4087495"/>
            <a:ext cx="3556000" cy="1473200"/>
          </a:xfrm>
          <a:custGeom>
            <a:avLst/>
            <a:gdLst>
              <a:gd name="connisteX0" fmla="*/ 0 w 3556000"/>
              <a:gd name="connsiteY0" fmla="*/ 0 h 1473200"/>
              <a:gd name="connisteX1" fmla="*/ 3352800 w 3556000"/>
              <a:gd name="connsiteY1" fmla="*/ 0 h 1473200"/>
              <a:gd name="connisteX2" fmla="*/ 3556000 w 3556000"/>
              <a:gd name="connsiteY2" fmla="*/ 203200 h 1473200"/>
              <a:gd name="connisteX3" fmla="*/ 3556000 w 3556000"/>
              <a:gd name="connsiteY3" fmla="*/ 1270000 h 1473200"/>
              <a:gd name="connisteX4" fmla="*/ 3352800 w 3556000"/>
              <a:gd name="connsiteY4" fmla="*/ 1473200 h 1473200"/>
              <a:gd name="connisteX5" fmla="*/ 0 w 3556000"/>
              <a:gd name="connsiteY5" fmla="*/ 1473200 h 1473200"/>
              <a:gd name="connisteX6" fmla="*/ 0 w 3556000"/>
              <a:gd name="connsiteY6" fmla="*/ 0 h 1473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556000" h="1473200">
                <a:moveTo>
                  <a:pt x="0" y="0"/>
                </a:moveTo>
                <a:lnTo>
                  <a:pt x="3352800" y="0"/>
                </a:lnTo>
                <a:cubicBezTo>
                  <a:pt x="3465024" y="0"/>
                  <a:pt x="3556000" y="90976"/>
                  <a:pt x="3556000" y="203200"/>
                </a:cubicBezTo>
                <a:lnTo>
                  <a:pt x="3556000" y="1270000"/>
                </a:lnTo>
                <a:cubicBezTo>
                  <a:pt x="3556000" y="1382224"/>
                  <a:pt x="3465024" y="1473200"/>
                  <a:pt x="3352800" y="1473200"/>
                </a:cubicBezTo>
                <a:lnTo>
                  <a:pt x="0" y="14732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>
          <a:xfrm>
            <a:off x="914400" y="4354195"/>
            <a:ext cx="6807200" cy="406400"/>
          </a:xfrm>
        </p:spPr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高可用性策略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914400" y="4885690"/>
            <a:ext cx="6807200" cy="304800"/>
          </a:xfrm>
        </p:spPr>
        <p:txBody>
          <a:bodyPr>
            <a:normAutofit/>
          </a:bodyPr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设计错误识别机制和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解决方案，确保系统稳定运行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latin typeface="MiSans Medium" panose="00000600000000000000" charset="-122"/>
                <a:ea typeface="MiSans Normal" panose="00000500000000000000" charset="-122"/>
              </a:rPr>
              <a:t>03</a:t>
            </a:r>
            <a:endParaRPr lang="en-US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模块功能实现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内容占位符 17"/>
          <p:cNvSpPr/>
          <p:nvPr>
            <p:ph idx="16392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>
          <a:xfrm>
            <a:off x="7237095" y="533400"/>
            <a:ext cx="4876800" cy="1219200"/>
          </a:xfrm>
        </p:spPr>
        <p:txBody>
          <a:bodyPr/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票价查询算法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部分展示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pic>
        <p:nvPicPr>
          <p:cNvPr id="17" name="图片 16" descr="微信图片_20251014100751_2074_5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" y="572135"/>
            <a:ext cx="6453505" cy="58858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询问是否继续代码部分</a:t>
            </a:r>
            <a:r>
              <a:rPr lang="zh-CN" altLang="en-US">
                <a:latin typeface="MiSans DemiBold" charset="0"/>
                <a:ea typeface="MiSans Medium" panose="00000600000000000000" charset="-122"/>
              </a:rPr>
              <a:t>展示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pic>
        <p:nvPicPr>
          <p:cNvPr id="22" name="图片 21" descr="微信图片_20251014095843_53_1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15" y="1859915"/>
            <a:ext cx="11164570" cy="333311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DemiBold" charset="0"/>
                <a:ea typeface="MiSans Medium" panose="00000600000000000000" charset="-122"/>
              </a:rPr>
              <a:t>用户交互逻辑</a:t>
            </a:r>
            <a:endParaRPr lang="zh-CN" altLang="en-US">
              <a:latin typeface="MiSans DemiBold" charset="0"/>
              <a:ea typeface="MiSans Medium" panose="00000600000000000000" charset="-122"/>
            </a:endParaRPr>
          </a:p>
        </p:txBody>
      </p:sp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购票系统</a:t>
            </a:r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调用</a:t>
            </a:r>
            <a:endParaRPr lang="zh-CN" altLang="en-US" sz="17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当用户选择购票时调用购票函数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gp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进行下一步输入与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输出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查询系统</a:t>
            </a:r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调用</a:t>
            </a:r>
            <a:endParaRPr lang="zh-CN" altLang="en-US" sz="17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当用户选择票价查询时调用查询函数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cx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进行下一步输入与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输出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8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询问是否</a:t>
            </a:r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继续</a:t>
            </a:r>
            <a:endParaRPr lang="zh-CN" altLang="en-US" sz="17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系统使用完毕后询问用户是否需要再次使用本系统或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退出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3" name="装饰  1"/>
          <p:cNvSpPr>
            <a:spLocks noGrp="1"/>
          </p:cNvSpPr>
          <p:nvPr>
            <p:ph type="body" idx="16398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 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 sz="1700">
                <a:latin typeface="MiSans Medium" panose="00000600000000000000" charset="-122"/>
                <a:ea typeface="MiSans Normal" panose="00000500000000000000" charset="-122"/>
              </a:rPr>
              <a:t>循环判断</a:t>
            </a:r>
            <a:endParaRPr lang="zh-CN" altLang="en-US" sz="1700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设置布尔类型变量</a:t>
            </a:r>
            <a:r>
              <a:rPr lang="en-US" altLang="zh-CN">
                <a:latin typeface="MiSans Medium" panose="00000600000000000000" charset="-122"/>
                <a:ea typeface="MiSans Normal" panose="00000500000000000000" charset="-122"/>
              </a:rPr>
              <a:t>flag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作为判断循环是否进行的</a:t>
            </a:r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标志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pic>
        <p:nvPicPr>
          <p:cNvPr id="19" name="图片 18" descr="微信图片_20251014095858_54_170"/>
          <p:cNvPicPr>
            <a:picLocks noChangeAspect="1"/>
          </p:cNvPicPr>
          <p:nvPr/>
        </p:nvPicPr>
        <p:blipFill>
          <a:blip r:embed="rId14"/>
          <a:srcRect l="-241" t="-923" r="125" b="-1545"/>
          <a:stretch>
            <a:fillRect/>
          </a:stretch>
        </p:blipFill>
        <p:spPr>
          <a:xfrm>
            <a:off x="993140" y="3429000"/>
            <a:ext cx="10206355" cy="333248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副标题 2"/>
          <p:cNvSpPr>
            <a:spLocks noGrp="1"/>
          </p:cNvSpPr>
          <p:nvPr>
            <p:ph type="subTitle" idx="13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Sans Medium" panose="00000600000000000000" charset="-122"/>
                <a:ea typeface="MiSans Normal" panose="00000500000000000000" charset="-122"/>
              </a:rPr>
              <a:t>THE END</a:t>
            </a:r>
            <a:endParaRPr lang="zh-CN" altLang="en-US">
              <a:latin typeface="MiSans Medium" panose="00000600000000000000" charset="-122"/>
              <a:ea typeface="MiSans Normal" panose="00000500000000000000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 idx="1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6100">
                <a:latin typeface="MiSans DemiBold" charset="0"/>
                <a:ea typeface="MiSans Medium" panose="00000600000000000000" charset="-122"/>
              </a:rPr>
              <a:t>谢谢</a:t>
            </a:r>
            <a:endParaRPr lang="zh-CN" altLang="en-US" sz="6100">
              <a:latin typeface="MiSans DemiBold" charset="0"/>
              <a:ea typeface="MiSans Medium" panose="00000600000000000000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5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6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7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8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1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2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1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1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1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1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1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18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2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</p:tagLst>
</file>

<file path=ppt/tags/tag29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</p:tagLst>
</file>

<file path=ppt/tags/tag31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</p:tagLst>
</file>

<file path=ppt/tags/tag32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</p:tagLst>
</file>

<file path=ppt/tags/tag33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*i*7"/>
  <p:tag name="KSO_WM_UNIT_LAYERLEVEL" val="1"/>
  <p:tag name="KSO_WM_TAG_VERSION" val="3.0"/>
</p:tagLst>
</file>

<file path=ppt/tags/tag34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</p:tagLst>
</file>

<file path=ppt/tags/tag3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</p:tagLst>
</file>

<file path=ppt/tags/tag36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UNIT_TEXT_LAYER_COUNT" val="1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*f*2"/>
  <p:tag name="KSO_WM_UNIT_LAYERLEVEL" val="1"/>
  <p:tag name="KSO_WM_TAG_VERSION" val="3.0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</p:tagLst>
</file>

<file path=ppt/tags/tag4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</p:tagLst>
</file>

<file path=ppt/tags/tag4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</p:tagLst>
</file>

<file path=ppt/tags/tag4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4"/>
  <p:tag name="KSO_WM_UNIT_LAYERLEVEL" val="1"/>
  <p:tag name="KSO_WM_TAG_VERSION" val="3.0"/>
</p:tagLst>
</file>

<file path=ppt/tags/tag4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5"/>
  <p:tag name="KSO_WM_UNIT_LAYERLEVEL" val="1"/>
  <p:tag name="KSO_WM_TAG_VERSION" val="3.0"/>
</p:tagLst>
</file>

<file path=ppt/tags/tag4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6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BEAUTIFY_FLAG" val="#wm#"/>
  <p:tag name="KSO_WM_UNIT_INDEX" val="7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3*i*7"/>
  <p:tag name="KSO_WM_UNIT_LAYERLEVEL" val="1"/>
  <p:tag name="KSO_WM_TAG_VERSION" val="3.0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FIGMA_FLAG" val="#fgm#"/>
  <p:tag name="KSO_WM_UNIT_PRESET_TEXT_INDEX" val="-1"/>
  <p:tag name="KSO_WM_UNIT_PRESET_TEXT_LEN" val="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ID" val="_3*e*1"/>
  <p:tag name="KSO_WM_UNIT_LAYERLEVEL" val="1"/>
  <p:tag name="KSO_WM_TAG_VERSION" val="3.0"/>
</p:tagLst>
</file>

<file path=ppt/tags/tag53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BEAUTIFY_FLAG" val="#wm#"/>
  <p:tag name="KSO_WM_UNIT_INDEX" val="2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</p:tagLst>
</file>

<file path=ppt/tags/tag94.xml><?xml version="1.0" encoding="utf-8"?>
<p:tagLst xmlns:p="http://schemas.openxmlformats.org/presentationml/2006/main">
  <p:tag name="KSO_WM_BEAUTIFY_FLAG" val="#wm#"/>
  <p:tag name="KSO_WM_UNIT_INDEX" val="3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</p:tagLst>
</file>

<file path=ppt/tags/tag95.xml><?xml version="1.0" encoding="utf-8"?>
<p:tagLst xmlns:p="http://schemas.openxmlformats.org/presentationml/2006/main">
  <p:tag name="KSO_WM_BEAUTIFY_FLAG" val="#wm#"/>
  <p:tag name="KSO_WM_UNIT_INDEX" val="4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</p:tagLst>
</file>

<file path=ppt/tags/tag96.xml><?xml version="1.0" encoding="utf-8"?>
<p:tagLst xmlns:p="http://schemas.openxmlformats.org/presentationml/2006/main">
  <p:tag name="KSO_WM_BEAUTIFY_FLAG" val="#wm#"/>
  <p:tag name="KSO_WM_UNIT_INDEX" val="5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</p:tagLst>
</file>

<file path=ppt/tags/tag97.xml><?xml version="1.0" encoding="utf-8"?>
<p:tagLst xmlns:p="http://schemas.openxmlformats.org/presentationml/2006/main">
  <p:tag name="KSO_WM_BEAUTIFY_FLAG" val="#wm#"/>
  <p:tag name="KSO_WM_UNIT_INDEX" val="6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1*i*6"/>
  <p:tag name="KSO_WM_UNIT_LAYERLEVEL" val="1"/>
  <p:tag name="KSO_WM_TAG_VERSION" val="3.0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b*1"/>
  <p:tag name="KSO_WM_UNIT_LAYERLEVEL" val="1"/>
  <p:tag name="KSO_WM_TAG_VERSION" val="3.0"/>
</p:tagLst>
</file>

<file path=ppt/tags/tag10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UNIT_INDEX" val="1"/>
  <p:tag name="KSO_WM_UNIT_TYPE" val="i"/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3.0"/>
</p:tagLst>
</file>

<file path=ppt/tags/tag105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a*1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2*b*1"/>
  <p:tag name="KSO_WM_UNIT_LAYERLEVEL" val="1"/>
  <p:tag name="KSO_WM_TAG_VERSION" val="3.0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b*1"/>
  <p:tag name="KSO_WM_UNIT_LAYERLEVEL" val="1"/>
  <p:tag name="KSO_WM_TAG_VERSION" val="3.0"/>
</p:tagLst>
</file>

<file path=ppt/tags/tag11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6be905392b5a776f7f7c2e40982592b5860f1fb6"/>
  <p:tag name="KSO_WM_NEWLAYOUT_ID" val="1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a*1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1"/>
  <p:tag name="KSO_WM_UNIT_LAYERLEVEL" val="1_1_1"/>
  <p:tag name="KSO_WM_TAG_VERSION" val="3.0"/>
</p:tagLst>
</file>

<file path=ppt/tags/tag113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1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1_2"/>
  <p:tag name="KSO_WM_UNIT_LAYERLEVEL" val="1_1_1"/>
  <p:tag name="KSO_WM_TAG_VERSION" val="3.0"/>
</p:tagLst>
</file>

<file path=ppt/tags/tag114.xml><?xml version="1.0" encoding="utf-8"?>
<p:tagLst xmlns:p="http://schemas.openxmlformats.org/presentationml/2006/main">
  <p:tag name="KSO_WM_BEAUTIFY_FLAG" val="#wm#"/>
  <p:tag name="KSO_WM_FIGMA_FLAG" val="#fgm#"/>
  <p:tag name="KSO_WM_UNIT_INDEX" val="1_1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1_1"/>
  <p:tag name="KSO_WM_UNIT_LAYERLEVEL" val="1_1_1"/>
  <p:tag name="KSO_WM_TAG_VERSION" val="3.0"/>
</p:tagLst>
</file>

<file path=ppt/tags/tag115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1"/>
  <p:tag name="KSO_WM_UNIT_LAYERLEVEL" val="1_1_1"/>
  <p:tag name="KSO_WM_TAG_VERSION" val="3.0"/>
</p:tagLst>
</file>

<file path=ppt/tags/tag116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2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2_2"/>
  <p:tag name="KSO_WM_UNIT_LAYERLEVEL" val="1_1_1"/>
  <p:tag name="KSO_WM_TAG_VERSION" val="3.0"/>
</p:tagLst>
</file>

<file path=ppt/tags/tag117.xml><?xml version="1.0" encoding="utf-8"?>
<p:tagLst xmlns:p="http://schemas.openxmlformats.org/presentationml/2006/main">
  <p:tag name="KSO_WM_BEAUTIFY_FLAG" val="#wm#"/>
  <p:tag name="KSO_WM_FIGMA_FLAG" val="#fgm#"/>
  <p:tag name="KSO_WM_UNIT_INDEX" val="1_2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2_1"/>
  <p:tag name="KSO_WM_UNIT_LAYERLEVEL" val="1_1_1"/>
  <p:tag name="KSO_WM_TAG_VERSION" val="3.0"/>
</p:tagLst>
</file>

<file path=ppt/tags/tag118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1"/>
  <p:tag name="KSO_WM_UNIT_LAYERLEVEL" val="1_1_1"/>
  <p:tag name="KSO_WM_TAG_VERSION" val="3.0"/>
</p:tagLst>
</file>

<file path=ppt/tags/tag119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3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3_2"/>
  <p:tag name="KSO_WM_UNIT_LAYERLEVEL" val="1_1_1"/>
  <p:tag name="KSO_WM_TAG_VERSION" val="3.0"/>
</p:tagLst>
</file>

<file path=ppt/tags/tag120.xml><?xml version="1.0" encoding="utf-8"?>
<p:tagLst xmlns:p="http://schemas.openxmlformats.org/presentationml/2006/main">
  <p:tag name="KSO_WM_BEAUTIFY_FLAG" val="#wm#"/>
  <p:tag name="KSO_WM_FIGMA_FLAG" val="#fgm#"/>
  <p:tag name="KSO_WM_UNIT_INDEX" val="1_3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3_1"/>
  <p:tag name="KSO_WM_UNIT_LAYERLEVEL" val="1_1_1"/>
  <p:tag name="KSO_WM_TAG_VERSION" val="3.0"/>
</p:tagLst>
</file>

<file path=ppt/tags/tag121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SUBTYPE" val="d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1"/>
  <p:tag name="KSO_WM_UNIT_LAYERLEVEL" val="1_1_1"/>
  <p:tag name="KSO_WM_TAG_VERSION" val="3.0"/>
</p:tagLst>
</file>

<file path=ppt/tags/tag122.xml><?xml version="1.0" encoding="utf-8"?>
<p:tagLst xmlns:p="http://schemas.openxmlformats.org/presentationml/2006/main">
  <p:tag name="KSO_WM_FIGMA_DECORATION_INDEX" val="25"/>
  <p:tag name="$PH_EXT" val="2"/>
  <p:tag name="KSO_WM_BEAUTIFY_FLAG" val="#wm#"/>
  <p:tag name="KSO_WM_FIGMA_FLAG" val="#fgm#"/>
  <p:tag name="KSO_WM_UNIT_INDEX" val="1_4_2"/>
  <p:tag name="KSO_WM_UNIT_TYPE" val="l_h_i"/>
  <p:tag name="KSO_WM_UNIT_HIGHLIGHT" val="0"/>
  <p:tag name="KSO_WM_UNIT_COMPATIBLE" val="0"/>
  <p:tag name="KSO_WM_UNIT_DIAGRAM_ISNUMVISUAL" val="0"/>
  <p:tag name="KSO_WM_UNIT_DIAGRAM_ISREFERUNIT" val="0"/>
  <p:tag name="KSO_WM_UNIT_ID" val="_13*l_h_i*1_4_2"/>
  <p:tag name="KSO_WM_UNIT_LAYERLEVEL" val="1_1_1"/>
  <p:tag name="KSO_WM_TAG_VERSION" val="3.0"/>
</p:tagLst>
</file>

<file path=ppt/tags/tag123.xml><?xml version="1.0" encoding="utf-8"?>
<p:tagLst xmlns:p="http://schemas.openxmlformats.org/presentationml/2006/main">
  <p:tag name="KSO_WM_BEAUTIFY_FLAG" val="#wm#"/>
  <p:tag name="KSO_WM_FIGMA_FLAG" val="#fgm#"/>
  <p:tag name="KSO_WM_UNIT_INDEX" val="1_4_1"/>
  <p:tag name="KSO_WM_UNIT_TYPE" val="l_h_a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3*l_h_a*1_4_1"/>
  <p:tag name="KSO_WM_UNIT_LAYERLEVEL" val="1_1_1"/>
  <p:tag name="KSO_WM_TAG_VERSION" val="3.0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13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  <p:tag name="KSO_WM_AITEMPLATE_STYLE_ID" val="69796643749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cc58d9d05ce5bb48b492d67bef1a08c685afc9"/>
  <p:tag name="KSO_WM_NEWLAYOUT_GROUP_ID" val="layout_51"/>
  <p:tag name="KSO_WM_NEWLAYOUT_ID" val="slide_5f9bbafbd906f1fe"/>
</p:tagLst>
</file>

<file path=ppt/tags/tag1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078c09d97e84b9fd6cfbb0ccd20df3debe24072"/>
  <p:tag name="KSO_WM_NEWLAYOUT_GROUP_ID" val="layout_62"/>
  <p:tag name="KSO_WM_NEWLAYOUT_ID" val="slide_21ca1aac187934ca"/>
</p:tagLst>
</file>

<file path=ppt/tags/tag1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5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5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f7c1aaecc8c8c3b4d63d12db1bd7aa5288ad47"/>
  <p:tag name="KSO_WM_NEWLAYOUT_GROUP_ID" val="layout_10004"/>
  <p:tag name="KSO_WM_NEWLAYOUT_ID" val="slide_2b12ff2c745fcd2e"/>
</p:tagLst>
</file>

<file path=ppt/tags/tag16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4014c77a6b05eada9412056827b844560bc193f"/>
  <p:tag name="KSO_WM_NEWLAYOUT_GROUP_ID" val="layout_59"/>
  <p:tag name="KSO_WM_NEWLAYOUT_ID" val="slide_bde24e7f6009f250"/>
</p:tagLst>
</file>

<file path=ppt/tags/tag1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7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66e5cd3a90f9a3e2598fd41ae47ec6c17f0b27b"/>
  <p:tag name="KSO_WM_NEWLAYOUT_GROUP_ID" val="layout_30"/>
  <p:tag name="KSO_WM_NEWLAYOUT_ID" val="slide_3d2465070914cbc5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0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bc66784eac3ddd610cecf3654e08c27a298c3e"/>
  <p:tag name="KSO_WM_NEWLAYOUT_GROUP_ID" val="layout_10012"/>
  <p:tag name="KSO_WM_NEWLAYOUT_ID" val="slide_581647932d9bd4c5"/>
</p:tagLst>
</file>

<file path=ppt/tags/tag2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ee8361eb4df3871d3ecbece6dc573a3d858507"/>
  <p:tag name="KSO_WM_NEWLAYOUT_GROUP_ID" val="layout_42"/>
  <p:tag name="KSO_WM_NEWLAYOUT_ID" val="slide_dd2f059f6dfe3f3e"/>
</p:tagLst>
</file>

<file path=ppt/tags/tag2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2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3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6a2066310f63b9a9e60800bf5728a0edeb38215"/>
  <p:tag name="KSO_WM_NEWLAYOUT_GROUP_ID" val="layout_6"/>
  <p:tag name="KSO_WM_NEWLAYOUT_ID" val="slide_acc7948a249ecb22"/>
</p:tagLst>
</file>

<file path=ppt/tags/tag2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a10aa1de0b436836904b40e5a408737ad9075d"/>
  <p:tag name="KSO_WM_NEWLAYOUT_GROUP_ID" val="layout_34"/>
  <p:tag name="KSO_WM_NEWLAYOUT_ID" val="slide_cc11746df3d78de5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8ebb5036f5a40307a928e2721669c83af0f9623"/>
  <p:tag name="KSO_WM_NEWLAYOUT_GROUP_ID" val="layout_10013"/>
  <p:tag name="KSO_WM_NEWLAYOUT_ID" val="slide_8b398fc64e4c05a5"/>
</p:tagLst>
</file>

<file path=ppt/tags/tag2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2b46596d01acd6d290abf066b955aa47fe968f"/>
  <p:tag name="KSO_WM_NEWLAYOUT_GROUP_ID" val="layout_26"/>
  <p:tag name="KSO_WM_NEWLAYOUT_ID" val="slide_1a49b5dcfffdb860"/>
</p:tagLst>
</file>

<file path=ppt/tags/tag27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8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b041ecb8fb4e33595d1432a1aabbe2b63300b6"/>
  <p:tag name="KSO_WM_NEWLAYOUT_GROUP_ID" val="layout_13"/>
  <p:tag name="KSO_WM_NEWLAYOUT_ID" val="slide_e4acea7c077078b0"/>
</p:tagLst>
</file>

<file path=ppt/tags/tag2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2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e5c7dd03150f67572703a44e61a0e076056c53e"/>
  <p:tag name="KSO_WM_NEWLAYOUT_GROUP_ID" val="layout_57"/>
  <p:tag name="KSO_WM_NEWLAYOUT_ID" val="slide_26021527a696b8ba"/>
</p:tagLst>
</file>

<file path=ppt/tags/tag29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c577ea51c307036bbfde72a574cd50f6d13ac3"/>
  <p:tag name="KSO_WM_NEWLAYOUT_GROUP_ID" val="layout_32"/>
  <p:tag name="KSO_WM_NEWLAYOUT_ID" val="slide_ec9a3b080ee078f7"/>
</p:tagLst>
</file>

<file path=ppt/tags/tag31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1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16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1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20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</p:tagLst>
</file>

<file path=ppt/tags/tag321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32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26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3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126e4642f6c698c4f4e35a36e14766e277d9bdf"/>
  <p:tag name="KSO_WM_NEWLAYOUT_GROUP_ID" val="layout_1-5"/>
  <p:tag name="KSO_WM_NEWLAYOUT_ID" val="slide_61223ae7a7f7aefc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4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40494636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353.xml><?xml version="1.0" encoding="utf-8"?>
<p:tagLst xmlns:p="http://schemas.openxmlformats.org/presentationml/2006/main">
  <p:tag name="KSO_WM_FIGMA_SLIDE_GROUP" val="1"/>
  <p:tag name="KSO_WM_TEMPLATE_SUBCATEGORY" val="29"/>
  <p:tag name="KSO_WM_TAG_VERSION" val="3.0"/>
  <p:tag name="KSO_WM_TEMPLATE_CATEGORY" val="custom"/>
  <p:tag name="KSO_WM_TEMPLATE_INDEX" val="40494636"/>
  <p:tag name="KSO_WM_TEMPLATE_MASTER_TYPE" val="0"/>
  <p:tag name="KSO_WM_TEMPLATE_COLOR_TYPE" val="0"/>
  <p:tag name="KSO_WM_BEAUTIFY_FLAG" val="#wm#"/>
</p:tagLst>
</file>

<file path=ppt/tags/tag35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  <p:tag name="KSO_WM_TEMPLATE_STYLE_ID" val="7cba8f96648ba84e"/>
</p:tagLst>
</file>

<file path=ppt/tags/tag355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1"/>
  <p:tag name="KSO_WM_TAG_VERSION" val="3.0"/>
  <p:tag name="KSO_WM_UNIT_TEXT_LAYER_COUNT" val="1"/>
  <p:tag name="KSO_WM_UNIT_PRESET_TEXT" val="20XX YEAR 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356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1*a*1"/>
  <p:tag name="KSO_WM_TAG_VERSION" val="3.0"/>
  <p:tag name="KSO_WM_UNIT_ISCONTENTSTITLE" val="0"/>
  <p:tag name="KSO_WM_UNIT_ISNUMDGMTITLE" val="0"/>
  <p:tag name="KSO_WM_UNIT_PRESET_TEXT_INDEX" val="-1"/>
  <p:tag name="KSO_WM_UNIT_PRESET_TEXT_LEN" val="0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</p:tagLst>
</file>

<file path=ppt/tags/tag357.xml><?xml version="1.0" encoding="utf-8"?>
<p:tagLst xmlns:p="http://schemas.openxmlformats.org/presentationml/2006/main">
  <p:tag name="KSO_WM_BEAUTIFY_FLAG" val="#wm#"/>
  <p:tag name="KSO_WM_UNIT_INDEX" val="2"/>
  <p:tag name="KSO_WM_UNIT_SUBTYPE" val="b"/>
  <p:tag name="KSO_WM_UNIT_TYPE" val="f"/>
  <p:tag name="KSO_WM_FIGMA_FLAG" val="#fgm#"/>
  <p:tag name="KSO_WM_TEMPLATE_CATEGORY" val="custom"/>
  <p:tag name="KSO_WM_TEMPLATE_INDEX" val="40494636"/>
  <p:tag name="KSO_WM_UNIT_LAYERLEVEL" val="1"/>
  <p:tag name="KSO_WM_UNIT_ID" val="custom40494636_1*f*2"/>
  <p:tag name="KSO_WM_TAG_VERSION" val="3.0"/>
  <p:tag name="KSO_WM_UNIT_TEXT_LAYER_COUNT" val="1"/>
  <p:tag name="KSO_WM_UNIT_PRESET_TEXT" val="BY WPS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</p:tagLst>
</file>

<file path=ppt/tags/tag358.xml><?xml version="1.0" encoding="utf-8"?>
<p:tagLst xmlns:p="http://schemas.openxmlformats.org/presentationml/2006/main">
  <p:tag name="KSO_WM_FIGMA_LIMIT" val=""/>
  <p:tag name="KSO_WM_FIGMA_SLIDE_GROUP" val="1"/>
  <p:tag name="KSO_WM_SLIDE_TYPE" val="title"/>
  <p:tag name="KSO_WM_TEMPLATE_SUBCATEGORY" val="29"/>
  <p:tag name="KSO_WM_TAG_VERSION" val="3.0"/>
  <p:tag name="KSO_WM_TEMPLATE_CATEGORY" val="custom"/>
  <p:tag name="KSO_WM_TEMPLATE_INDEX" val="40494636"/>
  <p:tag name="KSO_WM_SLIDE_ID" val="custom40494636_1"/>
  <p:tag name="KSO_WM_TEMPLATE_MASTER_TYPE" val="0"/>
  <p:tag name="KSO_WM_TEMPLATE_COLOR_TYPE" val="0"/>
  <p:tag name="KSO_WM_SLIDE_ITEM_CNT" val="0"/>
  <p:tag name="KSO_WM_SLIDE_INDEX" val="1"/>
  <p:tag name="KSO_WM_BEAUTIFY_FLAG" val="#wm#"/>
  <p:tag name="KSO_WM_SLIDE_LAYOUT" val="a_f"/>
  <p:tag name="KSO_WM_SLIDE_LAYOUT_CNT" val="1_2"/>
</p:tagLst>
</file>

<file path=ppt/tags/tag3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3126e4642f6c698c4f4e35a36e14766e277d9bdf"/>
  <p:tag name="KSO_WM_NEWLAYOUT_GROUP_ID" val="layout_1-5"/>
  <p:tag name="KSO_WM_NEWLAYOUT_ID" val="slide_61223ae7a7f7aefc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6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6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7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43749"/>
  <p:tag name="KSO_WM_TEMPLATE_SLIDE_ID" val="slide_61223ae7a7f7aefc"/>
</p:tagLst>
</file>

<file path=ppt/tags/tag37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37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37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1c577ea51c307036bbfde72a574cd50f6d13ac3"/>
  <p:tag name="KSO_WM_NEWLAYOUT_GROUP_ID" val="layout_32"/>
  <p:tag name="KSO_WM_NEWLAYOUT_ID" val="slide_ec9a3b080ee078f7"/>
  <p:tag name="KSO_WM_UNIT_PRESET_TEXT" val="单击此处添加标题"/>
</p:tagLst>
</file>

<file path=ppt/tags/tag37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7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377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3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1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2"/>
  <p:tag name="KSO_WM_UNIT_TYPE" val="l_h_i"/>
  <p:tag name="KSO_WM_UNIT_PRESET_TEXT" val=" "/>
</p:tagLst>
</file>

<file path=ppt/tags/tag382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8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387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3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90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ec9a3b080ee078f7"/>
</p:tagLst>
</file>

<file path=ppt/tags/tag391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392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393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3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b041ecb8fb4e33595d1432a1aabbe2b63300b6"/>
  <p:tag name="KSO_WM_NEWLAYOUT_GROUP_ID" val="layout_13"/>
  <p:tag name="KSO_WM_NEWLAYOUT_ID" val="slide_e4acea7c077078b0"/>
  <p:tag name="KSO_WM_UNIT_PRESET_TEXT" val="单击此处添加标题"/>
</p:tagLst>
</file>

<file path=ppt/tags/tag3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396.xml><?xml version="1.0" encoding="utf-8"?>
<p:tagLst xmlns:p="http://schemas.openxmlformats.org/presentationml/2006/main">
  <p:tag name="KSO_WM_SLIDE_CONTENT_ORIENTATION" val=""/>
  <p:tag name="KSO_WM_SLIDE_HAS_MASK" val="0"/>
  <p:tag name="KSO_WM_SLIDE_ITEM_CNT" val="0"/>
  <p:tag name="KSO_WM_SLIDE_TYPE" val="text"/>
  <p:tag name="KSO_WM_TEMPLATE_SUBCATEGORY" val="29"/>
  <p:tag name="KSO_WM_BEAUTIFY_FLAG" val="#wm#"/>
  <p:tag name="KSO_WM_TEMPLATE_FIGMA_ID" val="69796643749"/>
  <p:tag name="KSO_WM_TEMPLATE_SLIDE_ID" val="slide_e4acea7c077078b0"/>
</p:tagLst>
</file>

<file path=ppt/tags/tag3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62b46596d01acd6d290abf066b955aa47fe968f"/>
  <p:tag name="KSO_WM_NEWLAYOUT_GROUP_ID" val="layout_26"/>
  <p:tag name="KSO_WM_NEWLAYOUT_ID" val="slide_1a49b5dcfffdb860"/>
  <p:tag name="KSO_WM_UNIT_PRESET_TEXT" val="单击此处添加标题"/>
</p:tagLst>
</file>

<file path=ppt/tags/tag3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0/0e388c51-aa28-4dff-8327-3ae9a8b5e08f.jpg?Expires=1791905338\u0026AWSAccessKeyId=AKLT9NSy7kh8TIS1UzNqLRY2\u0026Signature=Jdy82fu5Tm94SusZR8NmybX9MXQ%3D&quot;,&quot;product_name&quot;:&quot;wps-wpp-pc&quot;,&quot;intention_code&quot;:&quot;wps_wpp_generate_theme_pay&quot;}*auto_qingqiu_ai_v2.1.6_ONLINE*3632376432343062656331383962383932323538336236303164633438623730-slide-7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0/48bce85e-864f-4a8c-bc3c-8cb6b50e3fa7.jpg?Expires=1791905339\u0026AWSAccessKeyId=AKLT9NSy7kh8TIS1UzNqLRY2\u0026Signature=tKqEZjuYs16cO%2Buc1SAy0DhKt5E%3D&quot;,&quot;product_name&quot;:&quot;wps-wpp-pc&quot;,&quot;intention_code&quot;:&quot;wps_wpp_generate_theme_pay&quot;}*auto_qingqiu_ai_v2.1.6_ONLINE*3632376432343062656331383962383932323538336236303164633438623730-slide-7"/>
</p:tagLst>
</file>

<file path=ppt/tags/tag4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06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1a49b5dcfffdb860"/>
</p:tagLst>
</file>

<file path=ppt/tags/tag407.xml><?xml version="1.0" encoding="utf-8"?>
<p:tagLst xmlns:p="http://schemas.openxmlformats.org/presentationml/2006/main">
  <p:tag name="KSO_WM_BEAUTIFY_FLAG" val="#wm#"/>
  <p:tag name="KSO_WM_UNIT_INDEX" val="1"/>
  <p:tag name="KSO_WM_UNIT_TYPE" val="e"/>
  <p:tag name="KSO_WM_UNIT_PRESET_TEXT" val="01"/>
  <p:tag name="KSO_WM_FIGMA_FLAG" val="#fgm#"/>
  <p:tag name="KSO_WM_TEMPLATE_CATEGORY" val="custom"/>
  <p:tag name="KSO_WM_TEMPLATE_INDEX" val="40494636"/>
  <p:tag name="KSO_WM_UNIT_LAYERLEVEL" val="1"/>
  <p:tag name="KSO_WM_UNIT_ID" val="custom40494636_3*e*1"/>
  <p:tag name="KSO_WM_TAG_VERSION" val="3.0"/>
  <p:tag name="KSO_WM_UNIT_NOCLEAR" val="0"/>
  <p:tag name="KSO_WM_UNIT_HIGHLIGHT" val="0"/>
  <p:tag name="KSO_WM_UNIT_COMPATIBLE" val="1"/>
  <p:tag name="KSO_WM_UNIT_DIAGRAM_ISNUMVISUAL" val="0"/>
  <p:tag name="KSO_WM_UNIT_DIAGRAM_ISREFERUNIT" val="0"/>
  <p:tag name="KSO_WM_UNIT_VALUE" val="1"/>
</p:tagLst>
</file>

<file path=ppt/tags/tag408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3*a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章节页的标题"/>
  <p:tag name="KSO_WM_UNIT_VALUE" val="30"/>
</p:tagLst>
</file>

<file path=ppt/tags/tag409.xml><?xml version="1.0" encoding="utf-8"?>
<p:tagLst xmlns:p="http://schemas.openxmlformats.org/presentationml/2006/main">
  <p:tag name="KSO_WM_FIGMA_LIMIT" val=""/>
  <p:tag name="KSO_WM_FIGMA_SLIDE_GROUP" val="1"/>
  <p:tag name="KSO_WM_SLIDE_TYPE" val="sectionTitle"/>
  <p:tag name="KSO_WM_TEMPLATE_SUBCATEGORY" val="29"/>
  <p:tag name="KSO_WM_TAG_VERSION" val="3.0"/>
  <p:tag name="KSO_WM_TEMPLATE_CATEGORY" val="custom"/>
  <p:tag name="KSO_WM_TEMPLATE_INDEX" val="40494636"/>
  <p:tag name="KSO_WM_SLIDE_ID" val="custom40494636_3"/>
  <p:tag name="KSO_WM_TEMPLATE_MASTER_TYPE" val="0"/>
  <p:tag name="KSO_WM_TEMPLATE_COLOR_TYPE" val="0"/>
  <p:tag name="KSO_WM_SLIDE_ITEM_CNT" val="0"/>
  <p:tag name="KSO_WM_SLIDE_INDEX" val="3"/>
  <p:tag name="KSO_WM_BEAUTIFY_FLAG" val="#wm#"/>
  <p:tag name="KSO_WM_SLIDE_LAYOUT" val="a_e"/>
  <p:tag name="KSO_WM_SLIDE_LAYOUT_CNT" val="1_1"/>
</p:tagLst>
</file>

<file path=ppt/tags/tag4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66e5cd3a90f9a3e2598fd41ae47ec6c17f0b27b"/>
  <p:tag name="KSO_WM_NEWLAYOUT_GROUP_ID" val="layout_30"/>
  <p:tag name="KSO_WM_NEWLAYOUT_ID" val="slide_3d2465070914cbc5"/>
  <p:tag name="KSO_WM_UNIT_PRESET_TEXT" val="单击此处添加标题"/>
</p:tagLst>
</file>

<file path=ppt/tags/tag41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3749"/>
  <p:tag name="KSO_WM_TEMPLATE_SLIDE_ID" val="slide_3d2465070914cbc5"/>
</p:tagLst>
</file>

<file path=ppt/tags/tag4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4bc66784eac3ddd610cecf3654e08c27a298c3e"/>
  <p:tag name="KSO_WM_NEWLAYOUT_GROUP_ID" val="layout_10012"/>
  <p:tag name="KSO_WM_NEWLAYOUT_ID" val="slide_581647932d9bd4c5"/>
  <p:tag name="KSO_WM_UNIT_PRESET_TEXT" val="单击此处添加标题"/>
</p:tagLst>
</file>

<file path=ppt/tags/tag414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581647932d9bd4c5"/>
</p:tagLst>
</file>

<file path=ppt/tags/tag4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4014c77a6b05eada9412056827b844560bc193f"/>
  <p:tag name="KSO_WM_NEWLAYOUT_GROUP_ID" val="layout_59"/>
  <p:tag name="KSO_WM_NEWLAYOUT_ID" val="slide_bde24e7f6009f250"/>
  <p:tag name="KSO_WM_UNIT_PRESET_TEXT" val="单击此处添加标题"/>
</p:tagLst>
</file>

<file path=ppt/tags/tag4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1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4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2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3749"/>
  <p:tag name="KSO_WM_TEMPLATE_SLIDE_ID" val="slide_bde24e7f6009f250"/>
</p:tagLst>
</file>

<file path=ppt/tags/tag429.xml><?xml version="1.0" encoding="utf-8"?>
<p:tagLst xmlns:p="http://schemas.openxmlformats.org/presentationml/2006/main">
  <p:tag name="KSO_WM_BEAUTIFY_FLAG" val="#wm#"/>
  <p:tag name="KSO_WM_UNIT_INDEX" val="1"/>
  <p:tag name="KSO_WM_UNIT_TYPE" val="b"/>
  <p:tag name="KSO_WM_FIGMA_FLAG" val="#fgm#"/>
  <p:tag name="KSO_WM_TEMPLATE_CATEGORY" val="custom"/>
  <p:tag name="KSO_WM_TEMPLATE_INDEX" val="40494636"/>
  <p:tag name="KSO_WM_UNIT_LAYERLEVEL" val="1"/>
  <p:tag name="KSO_WM_UNIT_ID" val="custom40494636_5*b*1"/>
  <p:tag name="KSO_WM_TAG_VERSION" val="3.0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RESET_TEXT" val="THE END"/>
</p:tagLst>
</file>

<file path=ppt/tags/tag430.xml><?xml version="1.0" encoding="utf-8"?>
<p:tagLst xmlns:p="http://schemas.openxmlformats.org/presentationml/2006/main">
  <p:tag name="KSO_WM_BEAUTIFY_FLAG" val="#wm#"/>
  <p:tag name="KSO_WM_UNIT_INDEX" val="1"/>
  <p:tag name="KSO_WM_UNIT_TYPE" val="a"/>
  <p:tag name="KSO_WM_FIGMA_FLAG" val="#fgm#"/>
  <p:tag name="KSO_WM_TEMPLATE_CATEGORY" val="custom"/>
  <p:tag name="KSO_WM_TEMPLATE_INDEX" val="40494636"/>
  <p:tag name="KSO_WM_UNIT_LAYERLEVEL" val="1"/>
  <p:tag name="KSO_WM_UNIT_ID" val="custom40494636_5*a*1"/>
  <p:tag name="KSO_WM_TAG_VERSION" val="3.0"/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PRESET_TEXT" val="谢谢观看"/>
</p:tagLst>
</file>

<file path=ppt/tags/tag431.xml><?xml version="1.0" encoding="utf-8"?>
<p:tagLst xmlns:p="http://schemas.openxmlformats.org/presentationml/2006/main">
  <p:tag name="KSO_WM_FIGMA_LIMIT" val=""/>
  <p:tag name="KSO_WM_FIGMA_SLIDE_GROUP" val="1"/>
  <p:tag name="KSO_WM_SLIDE_TYPE" val="endPage"/>
  <p:tag name="KSO_WM_TEMPLATE_SUBCATEGORY" val="29"/>
  <p:tag name="KSO_WM_TAG_VERSION" val="3.0"/>
  <p:tag name="KSO_WM_TEMPLATE_CATEGORY" val="custom"/>
  <p:tag name="KSO_WM_TEMPLATE_INDEX" val="40494636"/>
  <p:tag name="KSO_WM_SLIDE_ID" val="custom40494636_5"/>
  <p:tag name="KSO_WM_TEMPLATE_MASTER_TYPE" val="0"/>
  <p:tag name="KSO_WM_TEMPLATE_COLOR_TYPE" val="0"/>
  <p:tag name="KSO_WM_SLIDE_ITEM_CNT" val="0"/>
  <p:tag name="KSO_WM_SLIDE_INDEX" val="5"/>
  <p:tag name="KSO_WM_BEAUTIFY_FLAG" val="#wm#"/>
  <p:tag name="KSO_WM_SLIDE_LAYOUT" val="a_b"/>
  <p:tag name="KSO_WM_SLIDE_LAYOUT_CNT" val="1_1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蓝色毕业答辩简约风主题">
  <a:themeElements>
    <a:clrScheme name="自定义 316">
      <a:dk1>
        <a:srgbClr val="000000"/>
      </a:dk1>
      <a:lt1>
        <a:srgbClr val="FFFFFF"/>
      </a:lt1>
      <a:dk2>
        <a:srgbClr val="333638"/>
      </a:dk2>
      <a:lt2>
        <a:srgbClr val="EFF1F4"/>
      </a:lt2>
      <a:accent1>
        <a:srgbClr val="0745AA"/>
      </a:accent1>
      <a:accent2>
        <a:srgbClr val="478DFF"/>
      </a:accent2>
      <a:accent3>
        <a:srgbClr val="1B55B3"/>
      </a:accent3>
      <a:accent4>
        <a:srgbClr val="69A9FF"/>
      </a:accent4>
      <a:accent5>
        <a:srgbClr val="356CC4"/>
      </a:accent5>
      <a:accent6>
        <a:srgbClr val="91C5FF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蓝色毕业答辩简约风主题">
  <a:themeElements>
    <a:clrScheme name="">
      <a:dk1>
        <a:srgbClr val="000000"/>
      </a:dk1>
      <a:lt1>
        <a:srgbClr val="FFFFFF"/>
      </a:lt1>
      <a:dk2>
        <a:srgbClr val="03204C"/>
      </a:dk2>
      <a:lt2>
        <a:srgbClr val="F2F3F5"/>
      </a:lt2>
      <a:accent1>
        <a:srgbClr val="0745AA"/>
      </a:accent1>
      <a:accent2>
        <a:srgbClr val="478DFF"/>
      </a:accent2>
      <a:accent3>
        <a:srgbClr val="1B55B3"/>
      </a:accent3>
      <a:accent4>
        <a:srgbClr val="88B4FB"/>
      </a:accent4>
      <a:accent5>
        <a:srgbClr val="356CC4"/>
      </a:accent5>
      <a:accent6>
        <a:srgbClr val="9EC0F9"/>
      </a:accent6>
      <a:hlink>
        <a:srgbClr val="DDEBFF"/>
      </a:hlink>
      <a:folHlink>
        <a:srgbClr val="75ADFB"/>
      </a:folHlink>
    </a:clrScheme>
    <a:fontScheme name="">
      <a:majorFont>
        <a:latin typeface="MiSans DemiBold"/>
        <a:ea typeface="MiSans Medium"/>
        <a:cs typeface=""/>
      </a:majorFont>
      <a:minorFont>
        <a:latin typeface="MiSans Medium"/>
        <a:ea typeface="MiSans Norm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WPS 演示</Application>
  <PresentationFormat>宽屏</PresentationFormat>
  <Paragraphs>116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MiSans DemiBold</vt:lpstr>
      <vt:lpstr>SWAstro</vt:lpstr>
      <vt:lpstr>MiSans Medium</vt:lpstr>
      <vt:lpstr>MiSans Normal</vt:lpstr>
      <vt:lpstr>Wingdings</vt:lpstr>
      <vt:lpstr>Arial Unicode MS</vt:lpstr>
      <vt:lpstr>Calibri</vt:lpstr>
      <vt:lpstr>MiSans Normal</vt:lpstr>
      <vt:lpstr>Office 主题</vt:lpstr>
      <vt:lpstr>蓝色毕业答辩简约风主题</vt:lpstr>
      <vt:lpstr>1_蓝色毕业答辩简约风主题</vt:lpstr>
      <vt:lpstr>迪士尼票务系统程序设计</vt:lpstr>
      <vt:lpstr>目录</vt:lpstr>
      <vt:lpstr>系统功能概述</vt:lpstr>
      <vt:lpstr>功能概述</vt:lpstr>
      <vt:lpstr>程序编写思路</vt:lpstr>
      <vt:lpstr>系统需求分析</vt:lpstr>
      <vt:lpstr>系统架构设计</vt:lpstr>
      <vt:lpstr>系统功能实现</vt:lpstr>
      <vt:lpstr>票价查询算法</vt:lpstr>
      <vt:lpstr>购票流程实现</vt:lpstr>
      <vt:lpstr>用户交互逻辑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迪士尼票务系统程序设计</dc:title>
  <dc:creator/>
  <cp:lastModifiedBy>十一</cp:lastModifiedBy>
  <cp:revision>2</cp:revision>
  <dcterms:created xsi:type="dcterms:W3CDTF">2025-10-14T00:53:13Z</dcterms:created>
  <dcterms:modified xsi:type="dcterms:W3CDTF">2025-10-14T03:18:37Z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634148D3B1094D6A9AA996B6B095A4DB_13</vt:lpwstr>
  </property>
  <property fmtid="{D5CDD505-2E9C-101B-9397-08002B2CF9AE}" pid="4" name="KSOTemplateUUID">
    <vt:lpwstr>v1.0_ai_69796643749</vt:lpwstr>
  </property>
</Properties>
</file>